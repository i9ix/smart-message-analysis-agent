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heme/themeOverride1.xml" ContentType="application/vnd.openxmlformats-officedocument.themeOverr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heme/theme3.xml" ContentType="application/vnd.openxmlformats-officedocument.theme+xml"/>
  <Override PartName="/ppt/tags/tag89.xml" ContentType="application/vnd.openxmlformats-officedocument.presentationml.tags+xml"/>
  <Override PartName="/ppt/tags/tag90.xml" ContentType="application/vnd.openxmlformats-officedocument.presentationml.tags+xml"/>
  <Override PartName="/ppt/notesSlides/notesSlide1.xml" ContentType="application/vnd.openxmlformats-officedocument.presentationml.notesSlide+xml"/>
  <Override PartName="/ppt/tags/tag91.xml" ContentType="application/vnd.openxmlformats-officedocument.presentationml.tags+xml"/>
  <Override PartName="/ppt/tags/tag92.xml" ContentType="application/vnd.openxmlformats-officedocument.presentationml.tags+xml"/>
  <Override PartName="/ppt/notesSlides/notesSlide2.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notesSlides/notesSlide3.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notesSlides/notesSlide4.xml" ContentType="application/vnd.openxmlformats-officedocument.presentationml.notesSlide+xml"/>
  <Override PartName="/ppt/tags/tag9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2"/>
    <p:sldMasterId id="2147483661" r:id="rId3"/>
  </p:sldMasterIdLst>
  <p:notesMasterIdLst>
    <p:notesMasterId r:id="rId10"/>
  </p:notesMasterIdLst>
  <p:sldIdLst>
    <p:sldId id="257" r:id="rId4"/>
    <p:sldId id="292" r:id="rId5"/>
    <p:sldId id="289" r:id="rId6"/>
    <p:sldId id="293" r:id="rId7"/>
    <p:sldId id="294" r:id="rId8"/>
    <p:sldId id="274" r:id="rId9"/>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bdullah ALGhanim" initials="AA" lastIdx="1" clrIdx="0">
    <p:extLst>
      <p:ext uri="{19B8F6BF-5375-455C-9EA6-DF929625EA0E}">
        <p15:presenceInfo xmlns:p15="http://schemas.microsoft.com/office/powerpoint/2012/main" userId="650411a212669ff8"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0B792"/>
    <a:srgbClr val="E7E6E6"/>
    <a:srgbClr val="EC66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0" d="100"/>
          <a:sy n="100" d="100"/>
        </p:scale>
        <p:origin x="96" y="3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2.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commentAuthors" Target="commentAuthors.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2" Type="http://schemas.openxmlformats.org/officeDocument/2006/relationships/tags" Target="../tags/tag89.xml"/><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027A2824-1E7D-47F0-A739-5B1F91044914}" type="datetimeFigureOut">
              <a:rPr lang="en-US" smtClean="0"/>
              <a:t>8/6/2026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custDataLst>
              <p:tags r:id="rId2"/>
            </p:custDataLst>
          </p:nvPr>
        </p:nvSpPr>
        <p:spPr>
          <a:xfrm>
            <a:off x="0" y="8829967"/>
            <a:ext cx="7010400" cy="466433"/>
          </a:xfrm>
          <a:prstGeom prst="rect">
            <a:avLst/>
          </a:prstGeom>
        </p:spPr>
        <p:txBody>
          <a:bodyPr vert="horz" lIns="93177" tIns="46589" rIns="93177" bIns="46589" rtlCol="0" anchor="b"/>
          <a:lstStyle>
            <a:lvl1pPr algn="ctr">
              <a:defRPr lang="ar-SA" sz="800" b="0" i="0" u="none">
                <a:solidFill>
                  <a:srgbClr val="FCD12A"/>
                </a:solidFill>
              </a:defRPr>
            </a:lvl1pPr>
          </a:lstStyle>
          <a:p>
            <a:r>
              <a:rPr lang="ar-SA"/>
              <a:t>مقيد</a:t>
            </a:r>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96B06E08-779C-47CB-8483-7A840237E716}" type="slidenum">
              <a:rPr lang="en-US" smtClean="0"/>
              <a:t>‹#›</a:t>
            </a:fld>
            <a:endParaRPr lang="en-US"/>
          </a:p>
        </p:txBody>
      </p:sp>
    </p:spTree>
    <p:extLst>
      <p:ext uri="{BB962C8B-B14F-4D97-AF65-F5344CB8AC3E}">
        <p14:creationId xmlns:p14="http://schemas.microsoft.com/office/powerpoint/2010/main" val="4053217943"/>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1.xml"/><Relationship Id="rId2" Type="http://schemas.openxmlformats.org/officeDocument/2006/relationships/notesMaster" Target="../notesMasters/notesMaster1.xml"/><Relationship Id="rId1" Type="http://schemas.openxmlformats.org/officeDocument/2006/relationships/tags" Target="../tags/tag9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tags" Target="../tags/tag93.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3.xml"/><Relationship Id="rId2" Type="http://schemas.openxmlformats.org/officeDocument/2006/relationships/notesMaster" Target="../notesMasters/notesMaster1.xml"/><Relationship Id="rId1" Type="http://schemas.openxmlformats.org/officeDocument/2006/relationships/tags" Target="../tags/tag95.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ags" Target="../tags/tag9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p:txBody>
          <a:bodyPr/>
          <a:lstStyle/>
          <a:p>
            <a:r>
              <a:rPr lang="ar-SA"/>
              <a:t>مقيد</a:t>
            </a:r>
          </a:p>
        </p:txBody>
      </p:sp>
      <p:sp>
        <p:nvSpPr>
          <p:cNvPr id="6" name="Slide Number Placeholder 5"/>
          <p:cNvSpPr>
            <a:spLocks noGrp="1"/>
          </p:cNvSpPr>
          <p:nvPr>
            <p:ph type="sldNum" sz="quarter" idx="12"/>
          </p:nvPr>
        </p:nvSpPr>
        <p:spPr/>
        <p:txBody>
          <a:bodyPr/>
          <a:lstStyle/>
          <a:p>
            <a:fld id="{96B06E08-779C-47CB-8483-7A840237E716}" type="slidenum">
              <a:rPr lang="en-US" smtClean="0"/>
              <a:t>1</a:t>
            </a:fld>
            <a:endParaRPr lang="en-US"/>
          </a:p>
        </p:txBody>
      </p:sp>
    </p:spTree>
    <p:extLst>
      <p:ext uri="{BB962C8B-B14F-4D97-AF65-F5344CB8AC3E}">
        <p14:creationId xmlns:p14="http://schemas.microsoft.com/office/powerpoint/2010/main" val="8055820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p:txBody>
          <a:bodyPr/>
          <a:lstStyle/>
          <a:p>
            <a:r>
              <a:rPr lang="ar-SA"/>
              <a:t>مقيد</a:t>
            </a:r>
          </a:p>
        </p:txBody>
      </p:sp>
      <p:sp>
        <p:nvSpPr>
          <p:cNvPr id="6" name="Slide Number Placeholder 5"/>
          <p:cNvSpPr>
            <a:spLocks noGrp="1"/>
          </p:cNvSpPr>
          <p:nvPr>
            <p:ph type="sldNum" sz="quarter" idx="12"/>
          </p:nvPr>
        </p:nvSpPr>
        <p:spPr/>
        <p:txBody>
          <a:bodyPr/>
          <a:lstStyle/>
          <a:p>
            <a:fld id="{96B06E08-779C-47CB-8483-7A840237E716}" type="slidenum">
              <a:rPr lang="en-US" smtClean="0"/>
              <a:t>2</a:t>
            </a:fld>
            <a:endParaRPr lang="en-US"/>
          </a:p>
        </p:txBody>
      </p:sp>
    </p:spTree>
    <p:extLst>
      <p:ext uri="{BB962C8B-B14F-4D97-AF65-F5344CB8AC3E}">
        <p14:creationId xmlns:p14="http://schemas.microsoft.com/office/powerpoint/2010/main" val="19344353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p:txBody>
          <a:bodyPr/>
          <a:lstStyle/>
          <a:p>
            <a:r>
              <a:rPr lang="ar-SA"/>
              <a:t>مقيد</a:t>
            </a:r>
          </a:p>
        </p:txBody>
      </p:sp>
      <p:sp>
        <p:nvSpPr>
          <p:cNvPr id="6" name="Slide Number Placeholder 5"/>
          <p:cNvSpPr>
            <a:spLocks noGrp="1"/>
          </p:cNvSpPr>
          <p:nvPr>
            <p:ph type="sldNum" sz="quarter" idx="12"/>
          </p:nvPr>
        </p:nvSpPr>
        <p:spPr/>
        <p:txBody>
          <a:bodyPr/>
          <a:lstStyle/>
          <a:p>
            <a:fld id="{96B06E08-779C-47CB-8483-7A840237E716}" type="slidenum">
              <a:rPr lang="en-US" smtClean="0"/>
              <a:t>3</a:t>
            </a:fld>
            <a:endParaRPr lang="en-US"/>
          </a:p>
        </p:txBody>
      </p:sp>
    </p:spTree>
    <p:extLst>
      <p:ext uri="{BB962C8B-B14F-4D97-AF65-F5344CB8AC3E}">
        <p14:creationId xmlns:p14="http://schemas.microsoft.com/office/powerpoint/2010/main" val="40864101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custDataLst>
              <p:tags r:id="rId1"/>
            </p:custDataLst>
          </p:nvPr>
        </p:nvSpPr>
        <p:spPr/>
        <p:txBody>
          <a:bodyPr/>
          <a:lstStyle/>
          <a:p>
            <a:r>
              <a:rPr lang="ar-SA"/>
              <a:t>مقيد</a:t>
            </a:r>
          </a:p>
        </p:txBody>
      </p:sp>
      <p:sp>
        <p:nvSpPr>
          <p:cNvPr id="6" name="Slide Number Placeholder 5"/>
          <p:cNvSpPr>
            <a:spLocks noGrp="1"/>
          </p:cNvSpPr>
          <p:nvPr>
            <p:ph type="sldNum" sz="quarter" idx="12"/>
          </p:nvPr>
        </p:nvSpPr>
        <p:spPr/>
        <p:txBody>
          <a:bodyPr/>
          <a:lstStyle/>
          <a:p>
            <a:fld id="{96B06E08-779C-47CB-8483-7A840237E716}" type="slidenum">
              <a:rPr lang="en-US" smtClean="0"/>
              <a:t>6</a:t>
            </a:fld>
            <a:endParaRPr lang="en-US"/>
          </a:p>
        </p:txBody>
      </p:sp>
    </p:spTree>
    <p:extLst>
      <p:ext uri="{BB962C8B-B14F-4D97-AF65-F5344CB8AC3E}">
        <p14:creationId xmlns:p14="http://schemas.microsoft.com/office/powerpoint/2010/main" val="11596304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2.png"/><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6.jpe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5.jp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image" Target="../media/image5.jp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7.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5.jp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tags" Target="../tags/tag13.xml"/><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tags" Target="../tags/tag15.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1.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1.emf"/></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tags" Target="../tags/tag20.xml"/><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1.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3.xml"/><Relationship Id="rId5" Type="http://schemas.openxmlformats.org/officeDocument/2006/relationships/image" Target="../media/image8.png"/><Relationship Id="rId4" Type="http://schemas.openxmlformats.org/officeDocument/2006/relationships/image" Target="../media/image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4.xml"/><Relationship Id="rId5" Type="http://schemas.openxmlformats.org/officeDocument/2006/relationships/image" Target="../media/image9.png"/><Relationship Id="rId4" Type="http://schemas.openxmlformats.org/officeDocument/2006/relationships/image" Target="../media/image1.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5.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6.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7.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29.xml"/><Relationship Id="rId6" Type="http://schemas.openxmlformats.org/officeDocument/2006/relationships/image" Target="../media/image4.png"/><Relationship Id="rId5" Type="http://schemas.openxmlformats.org/officeDocument/2006/relationships/image" Target="../media/image10.png"/><Relationship Id="rId4" Type="http://schemas.openxmlformats.org/officeDocument/2006/relationships/image" Target="../media/image1.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0.xml"/><Relationship Id="rId5" Type="http://schemas.openxmlformats.org/officeDocument/2006/relationships/image" Target="../media/image11.png"/><Relationship Id="rId4" Type="http://schemas.openxmlformats.org/officeDocument/2006/relationships/image" Target="../media/image1.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1.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2.xml"/><Relationship Id="rId5" Type="http://schemas.openxmlformats.org/officeDocument/2006/relationships/image" Target="../media/image13.png"/><Relationship Id="rId4" Type="http://schemas.openxmlformats.org/officeDocument/2006/relationships/image" Target="../media/image1.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3.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4.xml"/><Relationship Id="rId5" Type="http://schemas.openxmlformats.org/officeDocument/2006/relationships/image" Target="../media/image13.png"/><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5.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6.xml"/><Relationship Id="rId4" Type="http://schemas.openxmlformats.org/officeDocument/2006/relationships/image" Target="../media/image1.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7.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8.xml"/><Relationship Id="rId5" Type="http://schemas.openxmlformats.org/officeDocument/2006/relationships/image" Target="../media/image8.png"/><Relationship Id="rId4" Type="http://schemas.openxmlformats.org/officeDocument/2006/relationships/image" Target="../media/image1.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39.xml"/><Relationship Id="rId4" Type="http://schemas.openxmlformats.org/officeDocument/2006/relationships/image" Target="../media/image1.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0.xml"/><Relationship Id="rId4" Type="http://schemas.openxmlformats.org/officeDocument/2006/relationships/image" Target="../media/image1.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1.xml"/><Relationship Id="rId4" Type="http://schemas.openxmlformats.org/officeDocument/2006/relationships/image" Target="../media/image1.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2.xml"/><Relationship Id="rId4" Type="http://schemas.openxmlformats.org/officeDocument/2006/relationships/image" Target="../media/image1.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3.xml"/><Relationship Id="rId6" Type="http://schemas.openxmlformats.org/officeDocument/2006/relationships/image" Target="../media/image6.jpeg"/><Relationship Id="rId5" Type="http://schemas.openxmlformats.org/officeDocument/2006/relationships/image" Target="../media/image5.jpg"/><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2.xml"/><Relationship Id="rId1" Type="http://schemas.openxmlformats.org/officeDocument/2006/relationships/tags" Target="../tags/tag44.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6.jpe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5.jp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7.xml"/><Relationship Id="rId4" Type="http://schemas.openxmlformats.org/officeDocument/2006/relationships/image" Target="../media/image1.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8.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49.xml"/><Relationship Id="rId4" Type="http://schemas.openxmlformats.org/officeDocument/2006/relationships/image" Target="../media/image1.emf"/></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0.xml"/><Relationship Id="rId4" Type="http://schemas.openxmlformats.org/officeDocument/2006/relationships/image" Target="../media/image1.emf"/></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tags" Target="../tags/tag51.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3.xml"/><Relationship Id="rId5" Type="http://schemas.openxmlformats.org/officeDocument/2006/relationships/image" Target="../media/image8.png"/><Relationship Id="rId4" Type="http://schemas.openxmlformats.org/officeDocument/2006/relationships/image" Target="../media/image1.emf"/></Relationships>
</file>

<file path=ppt/slideLayouts/_rels/slideLayout5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4.xml"/><Relationship Id="rId5" Type="http://schemas.openxmlformats.org/officeDocument/2006/relationships/image" Target="../media/image8.png"/><Relationship Id="rId4" Type="http://schemas.openxmlformats.org/officeDocument/2006/relationships/image" Target="../media/image1.emf"/></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5.xml"/><Relationship Id="rId5" Type="http://schemas.openxmlformats.org/officeDocument/2006/relationships/image" Target="../media/image8.png"/><Relationship Id="rId4" Type="http://schemas.openxmlformats.org/officeDocument/2006/relationships/image" Target="../media/image1.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6.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7.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8.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59.xml"/><Relationship Id="rId5" Type="http://schemas.openxmlformats.org/officeDocument/2006/relationships/image" Target="../media/image13.png"/><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60.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61.xml"/><Relationship Id="rId5" Type="http://schemas.openxmlformats.org/officeDocument/2006/relationships/image" Target="../media/image11.png"/><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62.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63.xml"/><Relationship Id="rId5" Type="http://schemas.openxmlformats.org/officeDocument/2006/relationships/image" Target="../media/image13.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64.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65.xml"/><Relationship Id="rId5" Type="http://schemas.openxmlformats.org/officeDocument/2006/relationships/image" Target="../media/image13.png"/><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66.xml"/><Relationship Id="rId6" Type="http://schemas.openxmlformats.org/officeDocument/2006/relationships/image" Target="../media/image4.png"/><Relationship Id="rId5" Type="http://schemas.openxmlformats.org/officeDocument/2006/relationships/image" Target="../media/image12.png"/><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67.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70.xml"/><Relationship Id="rId5" Type="http://schemas.openxmlformats.org/officeDocument/2006/relationships/image" Target="../media/image8.png"/><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themeOverride" Target="../theme/themeOverride1.xml"/><Relationship Id="rId5" Type="http://schemas.openxmlformats.org/officeDocument/2006/relationships/image" Target="../media/image1.emf"/><Relationship Id="rId4" Type="http://schemas.openxmlformats.org/officeDocument/2006/relationships/oleObject" Target="../embeddings/oleObject1.bin"/></Relationships>
</file>

<file path=ppt/slideLayouts/_rels/slideLayout7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72.xml"/><Relationship Id="rId5" Type="http://schemas.openxmlformats.org/officeDocument/2006/relationships/image" Target="../media/image13.png"/><Relationship Id="rId4" Type="http://schemas.openxmlformats.org/officeDocument/2006/relationships/image" Target="../media/image1.emf"/></Relationships>
</file>

<file path=ppt/slideLayouts/_rels/slideLayout7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73.xml"/><Relationship Id="rId4" Type="http://schemas.openxmlformats.org/officeDocument/2006/relationships/image" Target="../media/image1.emf"/></Relationships>
</file>

<file path=ppt/slideLayouts/_rels/slideLayout7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74.xml"/><Relationship Id="rId4" Type="http://schemas.openxmlformats.org/officeDocument/2006/relationships/image" Target="../media/image1.emf"/></Relationships>
</file>

<file path=ppt/slideLayouts/_rels/slideLayout7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75.xml"/><Relationship Id="rId4" Type="http://schemas.openxmlformats.org/officeDocument/2006/relationships/image" Target="../media/image1.emf"/></Relationships>
</file>

<file path=ppt/slideLayouts/_rels/slideLayout7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76.xml"/><Relationship Id="rId6" Type="http://schemas.openxmlformats.org/officeDocument/2006/relationships/image" Target="../media/image6.jpeg"/><Relationship Id="rId5" Type="http://schemas.openxmlformats.org/officeDocument/2006/relationships/image" Target="../media/image5.jpg"/><Relationship Id="rId4" Type="http://schemas.openxmlformats.org/officeDocument/2006/relationships/image" Target="../media/image1.emf"/></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2.xml"/><Relationship Id="rId1" Type="http://schemas.openxmlformats.org/officeDocument/2006/relationships/tags" Target="../tags/tag77.xml"/><Relationship Id="rId4" Type="http://schemas.openxmlformats.org/officeDocument/2006/relationships/image" Target="../media/image1.emf"/></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tags" Target="../tags/tag78.xml"/><Relationship Id="rId5" Type="http://schemas.openxmlformats.org/officeDocument/2006/relationships/image" Target="../media/image3.emf"/><Relationship Id="rId4" Type="http://schemas.openxmlformats.org/officeDocument/2006/relationships/oleObject" Target="../embeddings/oleObject13.bin"/></Relationships>
</file>

<file path=ppt/slideLayouts/_rels/slideLayout77.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2.xml"/><Relationship Id="rId1" Type="http://schemas.openxmlformats.org/officeDocument/2006/relationships/tags" Target="../tags/tag80.xml"/><Relationship Id="rId4" Type="http://schemas.openxmlformats.org/officeDocument/2006/relationships/image" Target="../media/image3.emf"/></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2.xml"/><Relationship Id="rId1" Type="http://schemas.openxmlformats.org/officeDocument/2006/relationships/tags" Target="../tags/tag81.xml"/><Relationship Id="rId4" Type="http://schemas.openxmlformats.org/officeDocument/2006/relationships/image" Target="../media/image3.emf"/></Relationships>
</file>

<file path=ppt/slideLayouts/_rels/slideLayout79.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2.xml"/><Relationship Id="rId1" Type="http://schemas.openxmlformats.org/officeDocument/2006/relationships/tags" Target="../tags/tag82.xml"/><Relationship Id="rId5" Type="http://schemas.openxmlformats.org/officeDocument/2006/relationships/image" Target="../media/image8.png"/><Relationship Id="rId4" Type="http://schemas.openxmlformats.org/officeDocument/2006/relationships/image" Target="../media/image3.emf"/></Relationships>
</file>

<file path=ppt/slideLayouts/_rels/slideLayout8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4.xml"/><Relationship Id="rId1" Type="http://schemas.openxmlformats.org/officeDocument/2006/relationships/tags" Target="../tags/tag83.xml"/><Relationship Id="rId5" Type="http://schemas.openxmlformats.org/officeDocument/2006/relationships/image" Target="../media/image3.emf"/><Relationship Id="rId4" Type="http://schemas.openxmlformats.org/officeDocument/2006/relationships/oleObject" Target="../embeddings/oleObject17.bin"/></Relationships>
</file>

<file path=ppt/slideLayouts/_rels/slideLayout81.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2.xml"/><Relationship Id="rId1" Type="http://schemas.openxmlformats.org/officeDocument/2006/relationships/tags" Target="../tags/tag85.xml"/><Relationship Id="rId4" Type="http://schemas.openxmlformats.org/officeDocument/2006/relationships/image" Target="../media/image3.emf"/></Relationships>
</file>

<file path=ppt/slideLayouts/_rels/slideLayout82.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2.xml"/><Relationship Id="rId1" Type="http://schemas.openxmlformats.org/officeDocument/2006/relationships/tags" Target="../tags/tag86.xml"/><Relationship Id="rId4" Type="http://schemas.openxmlformats.org/officeDocument/2006/relationships/image" Target="../media/image3.emf"/></Relationships>
</file>

<file path=ppt/slideLayouts/_rels/slideLayout83.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Master" Target="../slideMasters/slideMaster2.xml"/><Relationship Id="rId1" Type="http://schemas.openxmlformats.org/officeDocument/2006/relationships/tags" Target="../tags/tag87.xml"/><Relationship Id="rId5" Type="http://schemas.openxmlformats.org/officeDocument/2006/relationships/image" Target="../media/image8.png"/><Relationship Id="rId4" Type="http://schemas.openxmlformats.org/officeDocument/2006/relationships/image" Target="../media/image3.emf"/></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2.xml"/><Relationship Id="rId1" Type="http://schemas.openxmlformats.org/officeDocument/2006/relationships/tags" Target="../tags/tag88.xml"/><Relationship Id="rId6" Type="http://schemas.openxmlformats.org/officeDocument/2006/relationships/image" Target="../media/image4.png"/><Relationship Id="rId5" Type="http://schemas.openxmlformats.org/officeDocument/2006/relationships/image" Target="../media/image13.png"/><Relationship Id="rId4" Type="http://schemas.openxmlformats.org/officeDocument/2006/relationships/image" Target="../media/image3.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D4BB89F-262E-42D6-9C08-42D1FABB94B4}" type="datetimeFigureOut">
              <a:rPr lang="en-US" smtClean="0"/>
              <a:t>8/6/2026</a:t>
            </a:fld>
            <a:endParaRPr lang="en-US"/>
          </a:p>
        </p:txBody>
      </p:sp>
      <p:sp>
        <p:nvSpPr>
          <p:cNvPr id="5" name="Footer Placeholder 4"/>
          <p:cNvSpPr>
            <a:spLocks noGrp="1"/>
          </p:cNvSpPr>
          <p:nvPr>
            <p:ph type="ftr" sz="quarter" idx="11"/>
            <p:custDataLst>
              <p:tags r:id="rId1"/>
            </p:custDataLst>
          </p:nvPr>
        </p:nvSpPr>
        <p:spPr/>
        <p:txBody>
          <a:bodyPr/>
          <a:lstStyle>
            <a:lvl1pPr>
              <a:defRPr lang="ar-SA" b="0" i="0" u="none">
                <a:solidFill>
                  <a:srgbClr val="FCD12A"/>
                </a:solidFill>
              </a:defRPr>
            </a:lvl1pPr>
          </a:lstStyle>
          <a:p>
            <a:r>
              <a:rPr lang="ar-SA"/>
              <a:t>مقيد</a:t>
            </a:r>
          </a:p>
        </p:txBody>
      </p:sp>
      <p:sp>
        <p:nvSpPr>
          <p:cNvPr id="6" name="Slide Number Placeholder 5"/>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696991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4BB89F-262E-42D6-9C08-42D1FABB94B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6005416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4BB89F-262E-42D6-9C08-42D1FABB94B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21969340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4BB89F-262E-42D6-9C08-42D1FABB94B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31412460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4BB89F-262E-42D6-9C08-42D1FABB94B4}" type="datetimeFigureOut">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1272554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4BB89F-262E-42D6-9C08-42D1FABB94B4}" type="datetimeFigureOut">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40641805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4BB89F-262E-42D6-9C08-42D1FABB94B4}" type="datetimeFigureOut">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39577009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4BB89F-262E-42D6-9C08-42D1FABB94B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37344198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4BB89F-262E-42D6-9C08-42D1FABB94B4}" type="datetimeFigureOut">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3705317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4BB89F-262E-42D6-9C08-42D1FABB94B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24626944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4BB89F-262E-42D6-9C08-42D1FABB94B4}" type="datetimeFigureOut">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3290119-DC1C-4A06-9906-755D17EA6AFE}" type="slidenum">
              <a:rPr lang="en-US" smtClean="0"/>
              <a:t>‹#›</a:t>
            </a:fld>
            <a:endParaRPr lang="en-US"/>
          </a:p>
        </p:txBody>
      </p:sp>
    </p:spTree>
    <p:extLst>
      <p:ext uri="{BB962C8B-B14F-4D97-AF65-F5344CB8AC3E}">
        <p14:creationId xmlns:p14="http://schemas.microsoft.com/office/powerpoint/2010/main" val="16494323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5" name="Title 17"/>
          <p:cNvSpPr txBox="1">
            <a:spLocks/>
          </p:cNvSpPr>
          <p:nvPr userDrawn="1"/>
        </p:nvSpPr>
        <p:spPr>
          <a:xfrm>
            <a:off x="4796116" y="2431688"/>
            <a:ext cx="6700559" cy="1994624"/>
          </a:xfrm>
          <a:prstGeom prst="rect">
            <a:avLst/>
          </a:prstGeom>
        </p:spPr>
        <p:txBody>
          <a:bodyPr vert="horz" wrap="square" lIns="0" tIns="0" rIns="0" bIns="0" rtlCol="0" anchor="ctr" anchorCtr="0">
            <a:noAutofit/>
          </a:bodyPr>
          <a:lstStyle>
            <a:lvl1pPr algn="l" defTabSz="914400" rtl="0" eaLnBrk="1" latinLnBrk="0" hangingPunct="1">
              <a:lnSpc>
                <a:spcPct val="90000"/>
              </a:lnSpc>
              <a:spcBef>
                <a:spcPct val="0"/>
              </a:spcBef>
              <a:buNone/>
              <a:defRPr sz="4000" b="1" kern="1200">
                <a:solidFill>
                  <a:schemeClr val="bg1"/>
                </a:solidFill>
                <a:latin typeface="+mj-lt"/>
                <a:ea typeface="+mj-ea"/>
                <a:cs typeface="+mj-cs"/>
                <a:sym typeface="+mj-lt"/>
              </a:defRPr>
            </a:lvl1pPr>
          </a:lstStyle>
          <a:p>
            <a:pPr algn="r" rtl="1"/>
            <a:r>
              <a:rPr lang="ar-AE" sz="6000" b="0" dirty="0">
                <a:solidFill>
                  <a:srgbClr val="FFFFFF"/>
                </a:solidFill>
              </a:rPr>
              <a:t>شكرالكم</a:t>
            </a:r>
          </a:p>
        </p:txBody>
      </p:sp>
      <p:sp>
        <p:nvSpPr>
          <p:cNvPr id="11" name="مستطيل 14">
            <a:extLst>
              <a:ext uri="{FF2B5EF4-FFF2-40B4-BE49-F238E27FC236}">
                <a16:creationId xmlns:a16="http://schemas.microsoft.com/office/drawing/2014/main" id="{C5072DD7-A08B-C943-B432-C15961896171}"/>
              </a:ext>
            </a:extLst>
          </p:cNvPr>
          <p:cNvSpPr/>
          <p:nvPr userDrawn="1"/>
        </p:nvSpPr>
        <p:spPr>
          <a:xfrm>
            <a:off x="389106" y="2921168"/>
            <a:ext cx="10095598" cy="1015663"/>
          </a:xfrm>
          <a:prstGeom prst="rect">
            <a:avLst/>
          </a:prstGeom>
        </p:spPr>
        <p:txBody>
          <a:bodyPr wrap="square">
            <a:spAutoFit/>
          </a:bodyPr>
          <a:lstStyle/>
          <a:p>
            <a:pPr algn="r" rtl="1">
              <a:spcAft>
                <a:spcPts val="1200"/>
              </a:spcAft>
            </a:pPr>
            <a:r>
              <a:rPr lang="ar-SA" sz="6000" dirty="0">
                <a:solidFill>
                  <a:srgbClr val="2A3878"/>
                </a:solidFill>
                <a:latin typeface="HelveticaNeueLT Arabic 75 Bold" panose="020B0804020202020204" pitchFamily="34" charset="-78"/>
                <a:cs typeface="HelveticaNeueLT Arabic 75 Bold" panose="020B0804020202020204" pitchFamily="34" charset="-78"/>
              </a:rPr>
              <a:t>شكراً لكــم</a:t>
            </a:r>
            <a:endParaRPr lang="en-US" sz="4800" dirty="0">
              <a:solidFill>
                <a:srgbClr val="2A3878"/>
              </a:solidFill>
              <a:latin typeface="HelveticaNeueLT Arabic 75 Bold" panose="020B0804020202020204" pitchFamily="34" charset="-78"/>
              <a:cs typeface="HelveticaNeueLT Arabic 75 Bold" panose="020B0804020202020204" pitchFamily="34" charset="-78"/>
            </a:endParaRPr>
          </a:p>
        </p:txBody>
      </p:sp>
      <p:sp>
        <p:nvSpPr>
          <p:cNvPr id="17" name="Rectangle 16">
            <a:extLst>
              <a:ext uri="{FF2B5EF4-FFF2-40B4-BE49-F238E27FC236}">
                <a16:creationId xmlns:a16="http://schemas.microsoft.com/office/drawing/2014/main" id="{2D35544F-FA0C-D64E-9EA2-1A0C8303A4E0}"/>
              </a:ext>
            </a:extLst>
          </p:cNvPr>
          <p:cNvSpPr/>
          <p:nvPr userDrawn="1"/>
        </p:nvSpPr>
        <p:spPr>
          <a:xfrm>
            <a:off x="9224682" y="363071"/>
            <a:ext cx="2850777" cy="1277470"/>
          </a:xfrm>
          <a:prstGeom prst="rect">
            <a:avLst/>
          </a:prstGeom>
          <a:solidFill>
            <a:schemeClr val="bg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algn="ctr" defTabSz="914400" rtl="0" eaLnBrk="1" latinLnBrk="0" hangingPunct="1">
              <a:lnSpc>
                <a:spcPct val="90000"/>
              </a:lnSpc>
              <a:spcAft>
                <a:spcPts val="1000"/>
              </a:spcAft>
            </a:pPr>
            <a:endParaRPr lang="x-none" sz="1600" dirty="0" err="1">
              <a:solidFill>
                <a:srgbClr val="FFFFFF"/>
              </a:solidFill>
            </a:endParaRPr>
          </a:p>
        </p:txBody>
      </p:sp>
      <p:pic>
        <p:nvPicPr>
          <p:cNvPr id="5" name="Picture 4">
            <a:extLst>
              <a:ext uri="{FF2B5EF4-FFF2-40B4-BE49-F238E27FC236}">
                <a16:creationId xmlns:a16="http://schemas.microsoft.com/office/drawing/2014/main" id="{C8E2815B-2FD6-A44B-8C98-5533B6BBEBA4}"/>
              </a:ext>
            </a:extLst>
          </p:cNvPr>
          <p:cNvPicPr>
            <a:picLocks noChangeAspect="1"/>
          </p:cNvPicPr>
          <p:nvPr userDrawn="1"/>
        </p:nvPicPr>
        <p:blipFill>
          <a:blip r:embed="rId5"/>
          <a:stretch>
            <a:fillRect/>
          </a:stretch>
        </p:blipFill>
        <p:spPr>
          <a:xfrm>
            <a:off x="0" y="0"/>
            <a:ext cx="12192000" cy="6858000"/>
          </a:xfrm>
          <a:prstGeom prst="rect">
            <a:avLst/>
          </a:prstGeom>
        </p:spPr>
      </p:pic>
    </p:spTree>
    <p:extLst>
      <p:ext uri="{BB962C8B-B14F-4D97-AF65-F5344CB8AC3E}">
        <p14:creationId xmlns:p14="http://schemas.microsoft.com/office/powerpoint/2010/main" val="195110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2" name="Object 1" hidden="1"/>
                      <p:cNvPicPr/>
                      <p:nvPr/>
                    </p:nvPicPr>
                    <p:blipFill>
                      <a:blip r:embed="rId5"/>
                      <a:stretch>
                        <a:fillRect/>
                      </a:stretch>
                    </p:blipFill>
                    <p:spPr>
                      <a:xfrm>
                        <a:off x="1590" y="1591"/>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2" y="0"/>
            <a:ext cx="158750" cy="158750"/>
          </a:xfrm>
          <a:prstGeom prst="rect">
            <a:avLst/>
          </a:prstGeom>
          <a:solidFill>
            <a:schemeClr val="tx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defRPr/>
            </a:pPr>
            <a:endParaRPr kumimoji="0" lang="ar-SA" sz="4400" b="0" i="0" u="none" strike="noStrike" kern="1200" cap="none" spc="0" normalizeH="0" baseline="0" noProof="0" dirty="0" err="1">
              <a:ln>
                <a:noFill/>
              </a:ln>
              <a:solidFill>
                <a:srgbClr val="FFFFFF"/>
              </a:solidFill>
              <a:effectLst/>
              <a:uLnTx/>
              <a:uFillTx/>
              <a:latin typeface="DIN Next LT Arabic Light"/>
              <a:ea typeface="+mn-ea"/>
              <a:cs typeface="DIN Next LT Arabic Light"/>
              <a:sym typeface="DIN Next LT Arabic Light" panose="020B0303020203050203" pitchFamily="34" charset="-78"/>
            </a:endParaRPr>
          </a:p>
        </p:txBody>
      </p:sp>
      <p:pic>
        <p:nvPicPr>
          <p:cNvPr id="13" name="Picture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1" name="Title 1">
            <a:extLst>
              <a:ext uri="{FF2B5EF4-FFF2-40B4-BE49-F238E27FC236}">
                <a16:creationId xmlns:a16="http://schemas.microsoft.com/office/drawing/2014/main" id="{B1BE9CA4-DAD2-FF48-A729-547A9CF8A2CD}"/>
              </a:ext>
            </a:extLst>
          </p:cNvPr>
          <p:cNvSpPr>
            <a:spLocks noGrp="1"/>
          </p:cNvSpPr>
          <p:nvPr>
            <p:ph type="ctrTitle" hasCustomPrompt="1"/>
          </p:nvPr>
        </p:nvSpPr>
        <p:spPr>
          <a:xfrm>
            <a:off x="4796119" y="1360173"/>
            <a:ext cx="6700558" cy="1994624"/>
          </a:xfrm>
        </p:spPr>
        <p:txBody>
          <a:bodyPr lIns="0" tIns="0" rIns="0" bIns="0" anchor="b">
            <a:noAutofit/>
          </a:bodyPr>
          <a:lstStyle>
            <a:lvl1pPr algn="r" rtl="1">
              <a:defRPr sz="4400">
                <a:solidFill>
                  <a:schemeClr val="bg1"/>
                </a:solidFill>
                <a:latin typeface="+mj-lt"/>
                <a:ea typeface="+mj-ea"/>
                <a:cs typeface="+mj-cs"/>
                <a:sym typeface="+mj-lt"/>
              </a:defRPr>
            </a:lvl1pPr>
          </a:lstStyle>
          <a:p>
            <a:r>
              <a:rPr lang="ar-SA" dirty="0"/>
              <a:t>عنوان العرض التقديمي يذهب هنا</a:t>
            </a:r>
          </a:p>
        </p:txBody>
      </p:sp>
      <p:sp>
        <p:nvSpPr>
          <p:cNvPr id="12" name="Subtitle 2">
            <a:extLst>
              <a:ext uri="{FF2B5EF4-FFF2-40B4-BE49-F238E27FC236}">
                <a16:creationId xmlns:a16="http://schemas.microsoft.com/office/drawing/2014/main" id="{29E3B25C-B170-F241-807D-DB55A4665B0B}"/>
              </a:ext>
            </a:extLst>
          </p:cNvPr>
          <p:cNvSpPr>
            <a:spLocks noGrp="1"/>
          </p:cNvSpPr>
          <p:nvPr>
            <p:ph type="subTitle" idx="1" hasCustomPrompt="1"/>
          </p:nvPr>
        </p:nvSpPr>
        <p:spPr>
          <a:xfrm>
            <a:off x="4796115" y="3510540"/>
            <a:ext cx="6700560" cy="863751"/>
          </a:xfrm>
        </p:spPr>
        <p:txBody>
          <a:bodyPr lIns="0" tIns="0" rIns="0" bIns="0">
            <a:noAutofit/>
          </a:bodyPr>
          <a:lstStyle>
            <a:lvl1pPr marL="0" indent="0" algn="r" rtl="1">
              <a:buNone/>
              <a:defRPr sz="2400">
                <a:solidFill>
                  <a:schemeClr val="bg1"/>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العنوان الفرعي للعرض هنا</a:t>
            </a:r>
          </a:p>
        </p:txBody>
      </p:sp>
      <p:sp>
        <p:nvSpPr>
          <p:cNvPr id="5" name="Text Placeholder 4"/>
          <p:cNvSpPr>
            <a:spLocks noGrp="1"/>
          </p:cNvSpPr>
          <p:nvPr>
            <p:ph type="body" sz="quarter" idx="11" hasCustomPrompt="1"/>
          </p:nvPr>
        </p:nvSpPr>
        <p:spPr>
          <a:xfrm>
            <a:off x="6096001" y="4586289"/>
            <a:ext cx="5400675" cy="365125"/>
          </a:xfrm>
        </p:spPr>
        <p:txBody>
          <a:bodyPr/>
          <a:lstStyle>
            <a:lvl1pPr algn="r" rtl="0">
              <a:defRPr sz="1800">
                <a:solidFill>
                  <a:schemeClr val="bg1"/>
                </a:solidFill>
              </a:defRPr>
            </a:lvl1pPr>
          </a:lstStyle>
          <a:p>
            <a:pPr lvl="0"/>
            <a:r>
              <a:rPr lang="en-US" dirty="0"/>
              <a:t>Date</a:t>
            </a:r>
          </a:p>
        </p:txBody>
      </p:sp>
      <p:sp>
        <p:nvSpPr>
          <p:cNvPr id="14" name="Isosceles Triangle 13"/>
          <p:cNvSpPr/>
          <p:nvPr userDrawn="1"/>
        </p:nvSpPr>
        <p:spPr>
          <a:xfrm flipH="1">
            <a:off x="3" y="4078944"/>
            <a:ext cx="4794997" cy="2779059"/>
          </a:xfrm>
          <a:prstGeom prst="triangle">
            <a:avLst>
              <a:gd name="adj" fmla="val 100000"/>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6" name="Picture 5"/>
          <p:cNvPicPr>
            <a:picLocks noChangeAspect="1"/>
          </p:cNvPicPr>
          <p:nvPr userDrawn="1"/>
        </p:nvPicPr>
        <p:blipFill rotWithShape="1">
          <a:blip r:embed="rId7" cstate="print">
            <a:extLst>
              <a:ext uri="{28A0092B-C50C-407E-A947-70E740481C1C}">
                <a14:useLocalDpi xmlns:a14="http://schemas.microsoft.com/office/drawing/2010/main" val="0"/>
              </a:ext>
            </a:extLst>
          </a:blip>
          <a:srcRect l="6953" t="16096" r="6876" b="17094"/>
          <a:stretch/>
        </p:blipFill>
        <p:spPr>
          <a:xfrm>
            <a:off x="375401" y="5745173"/>
            <a:ext cx="1967751" cy="717168"/>
          </a:xfrm>
          <a:prstGeom prst="rect">
            <a:avLst/>
          </a:prstGeom>
        </p:spPr>
      </p:pic>
    </p:spTree>
    <p:extLst>
      <p:ext uri="{BB962C8B-B14F-4D97-AF65-F5344CB8AC3E}">
        <p14:creationId xmlns:p14="http://schemas.microsoft.com/office/powerpoint/2010/main" val="14926182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5" name="Object 4" hidden="1"/>
                      <p:cNvPicPr/>
                      <p:nvPr/>
                    </p:nvPicPr>
                    <p:blipFill>
                      <a:blip r:embed="rId5"/>
                      <a:stretch>
                        <a:fillRect/>
                      </a:stretch>
                    </p:blipFill>
                    <p:spPr>
                      <a:xfrm>
                        <a:off x="1590" y="1588"/>
                        <a:ext cx="1588" cy="1588"/>
                      </a:xfrm>
                      <a:prstGeom prst="rect">
                        <a:avLst/>
                      </a:prstGeom>
                    </p:spPr>
                  </p:pic>
                </p:oleObj>
              </mc:Fallback>
            </mc:AlternateContent>
          </a:graphicData>
        </a:graphic>
      </p:graphicFrame>
      <p:sp>
        <p:nvSpPr>
          <p:cNvPr id="6" name="Rectangle 5" hidden="1"/>
          <p:cNvSpPr/>
          <p:nvPr userDrawn="1">
            <p:custDataLst>
              <p:tags r:id="rId2"/>
            </p:custDataLst>
          </p:nvPr>
        </p:nvSpPr>
        <p:spPr>
          <a:xfrm>
            <a:off x="2" y="0"/>
            <a:ext cx="158750" cy="158750"/>
          </a:xfrm>
          <a:prstGeom prst="rect">
            <a:avLst/>
          </a:prstGeom>
          <a:solidFill>
            <a:schemeClr val="tx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defRPr/>
            </a:pPr>
            <a:endParaRPr kumimoji="0" lang="ar-SA" sz="4000" b="1" i="0" u="none" strike="noStrike" kern="1200" cap="none" spc="0" normalizeH="0" baseline="0" noProof="0" dirty="0" err="1">
              <a:ln>
                <a:noFill/>
              </a:ln>
              <a:solidFill>
                <a:srgbClr val="FFFFFF"/>
              </a:solidFill>
              <a:effectLst/>
              <a:uLnTx/>
              <a:uFillTx/>
              <a:latin typeface="DIN Next LT Arabic Light"/>
              <a:ea typeface="+mn-ea"/>
              <a:cs typeface="DIN Next LT Arabic Light"/>
              <a:sym typeface="DIN Next LT Arabic Light" panose="020B0303020203050203" pitchFamily="34" charset="-78"/>
            </a:endParaRPr>
          </a:p>
        </p:txBody>
      </p:sp>
      <p:pic>
        <p:nvPicPr>
          <p:cNvPr id="3" name="Picture 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67094B86-2BF5-2644-B3BB-28BA66D2D4DD}"/>
              </a:ext>
            </a:extLst>
          </p:cNvPr>
          <p:cNvSpPr>
            <a:spLocks noGrp="1"/>
          </p:cNvSpPr>
          <p:nvPr>
            <p:ph type="title" hasCustomPrompt="1"/>
          </p:nvPr>
        </p:nvSpPr>
        <p:spPr>
          <a:xfrm>
            <a:off x="2522755" y="1713094"/>
            <a:ext cx="5995792" cy="1825668"/>
          </a:xfrm>
        </p:spPr>
        <p:txBody>
          <a:bodyPr lIns="0" tIns="0" rIns="0" bIns="0" anchor="b" anchorCtr="0">
            <a:noAutofit/>
          </a:bodyPr>
          <a:lstStyle>
            <a:lvl1pPr>
              <a:defRPr sz="4000" b="1">
                <a:solidFill>
                  <a:schemeClr val="bg1"/>
                </a:solidFill>
                <a:latin typeface="+mj-lt"/>
                <a:ea typeface="+mj-ea"/>
                <a:cs typeface="+mj-cs"/>
                <a:sym typeface="+mj-lt"/>
              </a:defRPr>
            </a:lvl1pPr>
          </a:lstStyle>
          <a:p>
            <a:r>
              <a:rPr lang="ar-SA" dirty="0"/>
              <a:t>عنوان الفاصل يذهب هنا</a:t>
            </a:r>
          </a:p>
        </p:txBody>
      </p:sp>
      <p:sp>
        <p:nvSpPr>
          <p:cNvPr id="10" name="Text Placeholder 9">
            <a:extLst>
              <a:ext uri="{FF2B5EF4-FFF2-40B4-BE49-F238E27FC236}">
                <a16:creationId xmlns:a16="http://schemas.microsoft.com/office/drawing/2014/main" id="{3E0A0C8C-B0A6-CF46-B293-19E453BECA15}"/>
              </a:ext>
            </a:extLst>
          </p:cNvPr>
          <p:cNvSpPr>
            <a:spLocks noGrp="1"/>
          </p:cNvSpPr>
          <p:nvPr>
            <p:ph type="body" sz="quarter" idx="10" hasCustomPrompt="1"/>
          </p:nvPr>
        </p:nvSpPr>
        <p:spPr>
          <a:xfrm>
            <a:off x="2522754" y="3793403"/>
            <a:ext cx="5995792" cy="1538599"/>
          </a:xfrm>
        </p:spPr>
        <p:txBody>
          <a:bodyPr lIns="0" tIns="0" rIns="0" bIns="0">
            <a:noAutofit/>
          </a:bodyPr>
          <a:lstStyle>
            <a:lvl1pPr marL="4763" indent="0">
              <a:buNone/>
              <a:tabLst/>
              <a:defRPr sz="2400">
                <a:solidFill>
                  <a:schemeClr val="bg1"/>
                </a:solidFill>
                <a:latin typeface="+mn-lt"/>
                <a:ea typeface="+mn-ea"/>
                <a:cs typeface="+mn-cs"/>
                <a:sym typeface="+mn-lt"/>
              </a:defRPr>
            </a:lvl1pPr>
            <a:lvl2pPr marL="4763" indent="0">
              <a:buNone/>
              <a:tabLst/>
              <a:defRPr>
                <a:solidFill>
                  <a:schemeClr val="tx2"/>
                </a:solidFill>
              </a:defRPr>
            </a:lvl2pPr>
            <a:lvl3pPr marL="4763" indent="0">
              <a:buNone/>
              <a:tabLst/>
              <a:defRPr>
                <a:solidFill>
                  <a:schemeClr val="tx2"/>
                </a:solidFill>
              </a:defRPr>
            </a:lvl3pPr>
            <a:lvl4pPr marL="4763" indent="0">
              <a:buNone/>
              <a:tabLst/>
              <a:defRPr>
                <a:solidFill>
                  <a:schemeClr val="tx2"/>
                </a:solidFill>
              </a:defRPr>
            </a:lvl4pPr>
            <a:lvl5pPr marL="4763" indent="0">
              <a:buNone/>
              <a:tabLst/>
              <a:defRPr>
                <a:solidFill>
                  <a:schemeClr val="tx2"/>
                </a:solidFill>
              </a:defRPr>
            </a:lvl5pPr>
          </a:lstStyle>
          <a:p>
            <a:pPr lvl="0"/>
            <a:r>
              <a:rPr lang="ar-SA" dirty="0"/>
              <a:t>العنوان الفرعي المقسم يذهب هنا</a:t>
            </a:r>
            <a:endParaRPr lang="en-US" dirty="0"/>
          </a:p>
        </p:txBody>
      </p:sp>
    </p:spTree>
    <p:extLst>
      <p:ext uri="{BB962C8B-B14F-4D97-AF65-F5344CB8AC3E}">
        <p14:creationId xmlns:p14="http://schemas.microsoft.com/office/powerpoint/2010/main" val="1027402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slide w/ logo">
    <p:bg>
      <p:bgPr>
        <a:solidFill>
          <a:schemeClr val="bg1"/>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5" name="Object 4" hidden="1"/>
                      <p:cNvPicPr/>
                      <p:nvPr/>
                    </p:nvPicPr>
                    <p:blipFill>
                      <a:blip r:embed="rId5"/>
                      <a:stretch>
                        <a:fillRect/>
                      </a:stretch>
                    </p:blipFill>
                    <p:spPr>
                      <a:xfrm>
                        <a:off x="1590" y="1588"/>
                        <a:ext cx="1588" cy="1588"/>
                      </a:xfrm>
                      <a:prstGeom prst="rect">
                        <a:avLst/>
                      </a:prstGeom>
                    </p:spPr>
                  </p:pic>
                </p:oleObj>
              </mc:Fallback>
            </mc:AlternateContent>
          </a:graphicData>
        </a:graphic>
      </p:graphicFrame>
      <p:sp>
        <p:nvSpPr>
          <p:cNvPr id="6" name="Rectangle 5" hidden="1"/>
          <p:cNvSpPr/>
          <p:nvPr userDrawn="1">
            <p:custDataLst>
              <p:tags r:id="rId2"/>
            </p:custDataLst>
          </p:nvPr>
        </p:nvSpPr>
        <p:spPr>
          <a:xfrm>
            <a:off x="2" y="0"/>
            <a:ext cx="158750" cy="158750"/>
          </a:xfrm>
          <a:prstGeom prst="rect">
            <a:avLst/>
          </a:prstGeom>
          <a:solidFill>
            <a:schemeClr val="tx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defRPr/>
            </a:pPr>
            <a:endParaRPr kumimoji="0" lang="ar-SA" sz="4000" b="1" i="0" u="none" strike="noStrike" kern="1200" cap="none" spc="0" normalizeH="0" baseline="0" noProof="0" dirty="0" err="1">
              <a:ln>
                <a:noFill/>
              </a:ln>
              <a:solidFill>
                <a:srgbClr val="FFFFFF"/>
              </a:solidFill>
              <a:effectLst/>
              <a:uLnTx/>
              <a:uFillTx/>
              <a:latin typeface="DIN Next LT Arabic Light"/>
              <a:ea typeface="+mn-ea"/>
              <a:cs typeface="DIN Next LT Arabic Light"/>
              <a:sym typeface="DIN Next LT Arabic Light" panose="020B0303020203050203" pitchFamily="34" charset="-78"/>
            </a:endParaRPr>
          </a:p>
        </p:txBody>
      </p:sp>
      <p:pic>
        <p:nvPicPr>
          <p:cNvPr id="9" name="Picture 8"/>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67094B86-2BF5-2644-B3BB-28BA66D2D4DD}"/>
              </a:ext>
            </a:extLst>
          </p:cNvPr>
          <p:cNvSpPr>
            <a:spLocks noGrp="1"/>
          </p:cNvSpPr>
          <p:nvPr>
            <p:ph type="title" hasCustomPrompt="1"/>
          </p:nvPr>
        </p:nvSpPr>
        <p:spPr>
          <a:xfrm>
            <a:off x="2522755" y="1713094"/>
            <a:ext cx="5995792" cy="1825668"/>
          </a:xfrm>
        </p:spPr>
        <p:txBody>
          <a:bodyPr lIns="0" tIns="0" rIns="0" bIns="0" anchor="b" anchorCtr="0">
            <a:noAutofit/>
          </a:bodyPr>
          <a:lstStyle>
            <a:lvl1pPr>
              <a:defRPr sz="4000" b="1">
                <a:solidFill>
                  <a:schemeClr val="bg1"/>
                </a:solidFill>
                <a:latin typeface="+mj-lt"/>
                <a:ea typeface="+mj-ea"/>
                <a:cs typeface="+mj-cs"/>
                <a:sym typeface="+mj-lt"/>
              </a:defRPr>
            </a:lvl1pPr>
          </a:lstStyle>
          <a:p>
            <a:r>
              <a:rPr lang="ar-SA" dirty="0"/>
              <a:t>عنوان الفاصل يذهب هنا</a:t>
            </a:r>
          </a:p>
        </p:txBody>
      </p:sp>
      <p:sp>
        <p:nvSpPr>
          <p:cNvPr id="10" name="Text Placeholder 9">
            <a:extLst>
              <a:ext uri="{FF2B5EF4-FFF2-40B4-BE49-F238E27FC236}">
                <a16:creationId xmlns:a16="http://schemas.microsoft.com/office/drawing/2014/main" id="{3E0A0C8C-B0A6-CF46-B293-19E453BECA15}"/>
              </a:ext>
            </a:extLst>
          </p:cNvPr>
          <p:cNvSpPr>
            <a:spLocks noGrp="1"/>
          </p:cNvSpPr>
          <p:nvPr>
            <p:ph type="body" sz="quarter" idx="10" hasCustomPrompt="1"/>
          </p:nvPr>
        </p:nvSpPr>
        <p:spPr>
          <a:xfrm>
            <a:off x="2522754" y="3793403"/>
            <a:ext cx="5995792" cy="1538599"/>
          </a:xfrm>
        </p:spPr>
        <p:txBody>
          <a:bodyPr lIns="0" tIns="0" rIns="0" bIns="0">
            <a:noAutofit/>
          </a:bodyPr>
          <a:lstStyle>
            <a:lvl1pPr marL="4763" indent="0">
              <a:buNone/>
              <a:tabLst/>
              <a:defRPr sz="2400">
                <a:solidFill>
                  <a:schemeClr val="bg1"/>
                </a:solidFill>
                <a:latin typeface="+mn-lt"/>
                <a:ea typeface="+mn-ea"/>
                <a:cs typeface="+mn-cs"/>
                <a:sym typeface="+mn-lt"/>
              </a:defRPr>
            </a:lvl1pPr>
            <a:lvl2pPr marL="4763" indent="0">
              <a:buNone/>
              <a:tabLst/>
              <a:defRPr>
                <a:solidFill>
                  <a:schemeClr val="tx2"/>
                </a:solidFill>
              </a:defRPr>
            </a:lvl2pPr>
            <a:lvl3pPr marL="4763" indent="0">
              <a:buNone/>
              <a:tabLst/>
              <a:defRPr>
                <a:solidFill>
                  <a:schemeClr val="tx2"/>
                </a:solidFill>
              </a:defRPr>
            </a:lvl3pPr>
            <a:lvl4pPr marL="4763" indent="0">
              <a:buNone/>
              <a:tabLst/>
              <a:defRPr>
                <a:solidFill>
                  <a:schemeClr val="tx2"/>
                </a:solidFill>
              </a:defRPr>
            </a:lvl4pPr>
            <a:lvl5pPr marL="4763" indent="0">
              <a:buNone/>
              <a:tabLst/>
              <a:defRPr>
                <a:solidFill>
                  <a:schemeClr val="tx2"/>
                </a:solidFill>
              </a:defRPr>
            </a:lvl5pPr>
          </a:lstStyle>
          <a:p>
            <a:pPr lvl="0"/>
            <a:r>
              <a:rPr lang="ar-SA" dirty="0"/>
              <a:t>العنوان الفرعي المقسم يذهب هنا</a:t>
            </a:r>
            <a:endParaRPr lang="en-US" dirty="0"/>
          </a:p>
        </p:txBody>
      </p:sp>
      <p:sp>
        <p:nvSpPr>
          <p:cNvPr id="7" name="Isosceles Triangle 6"/>
          <p:cNvSpPr/>
          <p:nvPr userDrawn="1"/>
        </p:nvSpPr>
        <p:spPr>
          <a:xfrm rot="5400000" flipH="1">
            <a:off x="950344" y="3828691"/>
            <a:ext cx="2078966" cy="3979653"/>
          </a:xfrm>
          <a:prstGeom prst="triangle">
            <a:avLst>
              <a:gd name="adj" fmla="val 0"/>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8" name="Picture 7">
            <a:extLst>
              <a:ext uri="{FF2B5EF4-FFF2-40B4-BE49-F238E27FC236}">
                <a16:creationId xmlns:a16="http://schemas.microsoft.com/office/drawing/2014/main" id="{88E3DDE4-8BE6-0A47-ACF4-9A7DDD25AB16}"/>
              </a:ext>
            </a:extLst>
          </p:cNvPr>
          <p:cNvPicPr>
            <a:picLocks noChangeAspect="1"/>
          </p:cNvPicPr>
          <p:nvPr userDrawn="1"/>
        </p:nvPicPr>
        <p:blipFill>
          <a:blip r:embed="rId7"/>
          <a:srcRect/>
          <a:stretch/>
        </p:blipFill>
        <p:spPr>
          <a:xfrm>
            <a:off x="321311" y="5731103"/>
            <a:ext cx="812166" cy="877140"/>
          </a:xfrm>
          <a:prstGeom prst="rect">
            <a:avLst/>
          </a:prstGeom>
        </p:spPr>
      </p:pic>
    </p:spTree>
    <p:extLst>
      <p:ext uri="{BB962C8B-B14F-4D97-AF65-F5344CB8AC3E}">
        <p14:creationId xmlns:p14="http://schemas.microsoft.com/office/powerpoint/2010/main" val="35235797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slide with ima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5" name="Object 4" hidden="1"/>
                      <p:cNvPicPr/>
                      <p:nvPr/>
                    </p:nvPicPr>
                    <p:blipFill>
                      <a:blip r:embed="rId5"/>
                      <a:stretch>
                        <a:fillRect/>
                      </a:stretch>
                    </p:blipFill>
                    <p:spPr>
                      <a:xfrm>
                        <a:off x="1590" y="1588"/>
                        <a:ext cx="1588" cy="1588"/>
                      </a:xfrm>
                      <a:prstGeom prst="rect">
                        <a:avLst/>
                      </a:prstGeom>
                    </p:spPr>
                  </p:pic>
                </p:oleObj>
              </mc:Fallback>
            </mc:AlternateContent>
          </a:graphicData>
        </a:graphic>
      </p:graphicFrame>
      <p:sp>
        <p:nvSpPr>
          <p:cNvPr id="6" name="Rectangle 5" hidden="1"/>
          <p:cNvSpPr/>
          <p:nvPr userDrawn="1">
            <p:custDataLst>
              <p:tags r:id="rId2"/>
            </p:custDataLst>
          </p:nvPr>
        </p:nvSpPr>
        <p:spPr>
          <a:xfrm>
            <a:off x="2" y="0"/>
            <a:ext cx="158750" cy="158750"/>
          </a:xfrm>
          <a:prstGeom prst="rect">
            <a:avLst/>
          </a:prstGeom>
          <a:solidFill>
            <a:schemeClr val="tx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defRPr/>
            </a:pPr>
            <a:endParaRPr kumimoji="0" lang="ar-SA" sz="4400" b="1" i="0" u="none" strike="noStrike" kern="1200" cap="none" spc="0" normalizeH="0" baseline="0" noProof="0" dirty="0" err="1">
              <a:ln>
                <a:noFill/>
              </a:ln>
              <a:solidFill>
                <a:srgbClr val="FFFFFF"/>
              </a:solidFill>
              <a:effectLst/>
              <a:uLnTx/>
              <a:uFillTx/>
              <a:latin typeface="DIN Next LT Arabic Light"/>
              <a:ea typeface="+mn-ea"/>
              <a:cs typeface="DIN Next LT Arabic Light"/>
              <a:sym typeface="DIN Next LT Arabic Light" panose="020B0303020203050203" pitchFamily="34" charset="-78"/>
            </a:endParaRPr>
          </a:p>
        </p:txBody>
      </p:sp>
      <p:sp>
        <p:nvSpPr>
          <p:cNvPr id="301" name="Freeform 300"/>
          <p:cNvSpPr>
            <a:spLocks/>
          </p:cNvSpPr>
          <p:nvPr userDrawn="1"/>
        </p:nvSpPr>
        <p:spPr bwMode="auto">
          <a:xfrm flipH="1">
            <a:off x="2" y="-1"/>
            <a:ext cx="9189814" cy="6858000"/>
          </a:xfrm>
          <a:custGeom>
            <a:avLst/>
            <a:gdLst>
              <a:gd name="connsiteX0" fmla="*/ 0 w 9189814"/>
              <a:gd name="connsiteY0" fmla="*/ 0 h 6858000"/>
              <a:gd name="connsiteX1" fmla="*/ 9189814 w 9189814"/>
              <a:gd name="connsiteY1" fmla="*/ 0 h 6858000"/>
              <a:gd name="connsiteX2" fmla="*/ 9189814 w 9189814"/>
              <a:gd name="connsiteY2" fmla="*/ 6858000 h 6858000"/>
              <a:gd name="connsiteX3" fmla="*/ 2191601 w 9189814"/>
              <a:gd name="connsiteY3" fmla="*/ 6858000 h 6858000"/>
              <a:gd name="connsiteX4" fmla="*/ 2550889 w 9189814"/>
              <a:gd name="connsiteY4" fmla="*/ 6643687 h 6858000"/>
              <a:gd name="connsiteX5" fmla="*/ 2548508 w 9189814"/>
              <a:gd name="connsiteY5" fmla="*/ 6207919 h 6858000"/>
              <a:gd name="connsiteX6" fmla="*/ 2181795 w 9189814"/>
              <a:gd name="connsiteY6" fmla="*/ 6003131 h 6858000"/>
              <a:gd name="connsiteX7" fmla="*/ 2922364 w 9189814"/>
              <a:gd name="connsiteY7" fmla="*/ 5572125 h 6858000"/>
              <a:gd name="connsiteX8" fmla="*/ 3303364 w 9189814"/>
              <a:gd name="connsiteY8" fmla="*/ 5788819 h 6858000"/>
              <a:gd name="connsiteX9" fmla="*/ 3670077 w 9189814"/>
              <a:gd name="connsiteY9" fmla="*/ 5557838 h 6858000"/>
              <a:gd name="connsiteX10" fmla="*/ 3660552 w 9189814"/>
              <a:gd name="connsiteY10" fmla="*/ 3855243 h 6858000"/>
              <a:gd name="connsiteX11" fmla="*/ 3293839 w 9189814"/>
              <a:gd name="connsiteY11" fmla="*/ 3633787 h 6858000"/>
              <a:gd name="connsiteX12" fmla="*/ 3286695 w 9189814"/>
              <a:gd name="connsiteY12" fmla="*/ 2783681 h 6858000"/>
              <a:gd name="connsiteX13" fmla="*/ 3662933 w 9189814"/>
              <a:gd name="connsiteY13" fmla="*/ 2571750 h 6858000"/>
              <a:gd name="connsiteX14" fmla="*/ 3658964 w 9189814"/>
              <a:gd name="connsiteY14" fmla="*/ 2143125 h 6858000"/>
              <a:gd name="connsiteX15" fmla="*/ 2563589 w 9189814"/>
              <a:gd name="connsiteY15" fmla="*/ 1485900 h 6858000"/>
              <a:gd name="connsiteX16" fmla="*/ 2195289 w 9189814"/>
              <a:gd name="connsiteY16" fmla="*/ 1708150 h 6858000"/>
              <a:gd name="connsiteX17" fmla="*/ 1820639 w 9189814"/>
              <a:gd name="connsiteY17" fmla="*/ 1479550 h 6858000"/>
              <a:gd name="connsiteX18" fmla="*/ 1817464 w 9189814"/>
              <a:gd name="connsiteY18" fmla="*/ 1057275 h 6858000"/>
              <a:gd name="connsiteX19" fmla="*/ 0 w 9189814"/>
              <a:gd name="connsiteY19" fmla="*/ 0 h 6858000"/>
              <a:gd name="connsiteX20" fmla="*/ 2925539 w 9189814"/>
              <a:gd name="connsiteY20" fmla="*/ 854076 h 6858000"/>
              <a:gd name="connsiteX21" fmla="*/ 2925539 w 9189814"/>
              <a:gd name="connsiteY21" fmla="*/ 1282701 h 6858000"/>
              <a:gd name="connsiteX22" fmla="*/ 3297014 w 9189814"/>
              <a:gd name="connsiteY22" fmla="*/ 1066801 h 6858000"/>
              <a:gd name="connsiteX23" fmla="*/ 2925539 w 9189814"/>
              <a:gd name="connsiteY23" fmla="*/ 854076 h 6858000"/>
              <a:gd name="connsiteX24" fmla="*/ 4033613 w 9189814"/>
              <a:gd name="connsiteY24" fmla="*/ 1925636 h 6858000"/>
              <a:gd name="connsiteX25" fmla="*/ 4033613 w 9189814"/>
              <a:gd name="connsiteY25" fmla="*/ 2784474 h 6858000"/>
              <a:gd name="connsiteX26" fmla="*/ 4405088 w 9189814"/>
              <a:gd name="connsiteY26" fmla="*/ 2571749 h 6858000"/>
              <a:gd name="connsiteX27" fmla="*/ 4405088 w 9189814"/>
              <a:gd name="connsiteY27" fmla="*/ 2138361 h 6858000"/>
              <a:gd name="connsiteX28" fmla="*/ 4033613 w 9189814"/>
              <a:gd name="connsiteY28" fmla="*/ 1925636 h 6858000"/>
              <a:gd name="connsiteX29" fmla="*/ 3668489 w 9189814"/>
              <a:gd name="connsiteY29" fmla="*/ 2997200 h 6858000"/>
              <a:gd name="connsiteX30" fmla="*/ 3668489 w 9189814"/>
              <a:gd name="connsiteY30" fmla="*/ 3425825 h 6858000"/>
              <a:gd name="connsiteX31" fmla="*/ 4039964 w 9189814"/>
              <a:gd name="connsiteY31" fmla="*/ 3209925 h 6858000"/>
              <a:gd name="connsiteX32" fmla="*/ 3668489 w 9189814"/>
              <a:gd name="connsiteY32" fmla="*/ 29972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189814" h="6858000">
                <a:moveTo>
                  <a:pt x="0" y="0"/>
                </a:moveTo>
                <a:lnTo>
                  <a:pt x="9189814" y="0"/>
                </a:lnTo>
                <a:lnTo>
                  <a:pt x="9189814" y="6858000"/>
                </a:lnTo>
                <a:lnTo>
                  <a:pt x="2191601" y="6858000"/>
                </a:lnTo>
                <a:lnTo>
                  <a:pt x="2550889" y="6643687"/>
                </a:lnTo>
                <a:cubicBezTo>
                  <a:pt x="2550095" y="6493668"/>
                  <a:pt x="2549302" y="6357938"/>
                  <a:pt x="2548508" y="6207919"/>
                </a:cubicBezTo>
                <a:lnTo>
                  <a:pt x="2181795" y="6003131"/>
                </a:lnTo>
                <a:lnTo>
                  <a:pt x="2922364" y="5572125"/>
                </a:lnTo>
                <a:lnTo>
                  <a:pt x="3303364" y="5788819"/>
                </a:lnTo>
                <a:lnTo>
                  <a:pt x="3670077" y="5557838"/>
                </a:lnTo>
                <a:cubicBezTo>
                  <a:pt x="3669283" y="4988719"/>
                  <a:pt x="3661346" y="4424362"/>
                  <a:pt x="3660552" y="3855243"/>
                </a:cubicBezTo>
                <a:lnTo>
                  <a:pt x="3293839" y="3633787"/>
                </a:lnTo>
                <a:cubicBezTo>
                  <a:pt x="3291458" y="3350418"/>
                  <a:pt x="3289076" y="3067050"/>
                  <a:pt x="3286695" y="2783681"/>
                </a:cubicBezTo>
                <a:lnTo>
                  <a:pt x="3662933" y="2571750"/>
                </a:lnTo>
                <a:lnTo>
                  <a:pt x="3658964" y="2143125"/>
                </a:lnTo>
                <a:lnTo>
                  <a:pt x="2563589" y="1485900"/>
                </a:lnTo>
                <a:lnTo>
                  <a:pt x="2195289" y="1708150"/>
                </a:lnTo>
                <a:lnTo>
                  <a:pt x="1820639" y="1479550"/>
                </a:lnTo>
                <a:cubicBezTo>
                  <a:pt x="1819581" y="1336675"/>
                  <a:pt x="1818522" y="1200150"/>
                  <a:pt x="1817464" y="1057275"/>
                </a:cubicBezTo>
                <a:lnTo>
                  <a:pt x="0" y="0"/>
                </a:lnTo>
                <a:close/>
                <a:moveTo>
                  <a:pt x="2925539" y="854076"/>
                </a:moveTo>
                <a:lnTo>
                  <a:pt x="2925539" y="1282701"/>
                </a:lnTo>
                <a:lnTo>
                  <a:pt x="3297014" y="1066801"/>
                </a:lnTo>
                <a:lnTo>
                  <a:pt x="2925539" y="854076"/>
                </a:lnTo>
                <a:close/>
                <a:moveTo>
                  <a:pt x="4033613" y="1925636"/>
                </a:moveTo>
                <a:lnTo>
                  <a:pt x="4033613" y="2784474"/>
                </a:lnTo>
                <a:lnTo>
                  <a:pt x="4405088" y="2571749"/>
                </a:lnTo>
                <a:lnTo>
                  <a:pt x="4405088" y="2138361"/>
                </a:lnTo>
                <a:lnTo>
                  <a:pt x="4033613" y="1925636"/>
                </a:lnTo>
                <a:close/>
                <a:moveTo>
                  <a:pt x="3668489" y="2997200"/>
                </a:moveTo>
                <a:lnTo>
                  <a:pt x="3668489" y="3425825"/>
                </a:lnTo>
                <a:lnTo>
                  <a:pt x="4039964" y="3209925"/>
                </a:lnTo>
                <a:lnTo>
                  <a:pt x="3668489" y="299720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82" name="Picture Placeholder 281"/>
          <p:cNvSpPr>
            <a:spLocks noGrp="1"/>
          </p:cNvSpPr>
          <p:nvPr>
            <p:ph type="pic" sz="quarter" idx="11"/>
          </p:nvPr>
        </p:nvSpPr>
        <p:spPr>
          <a:xfrm>
            <a:off x="4784729" y="-1"/>
            <a:ext cx="7407272" cy="6858000"/>
          </a:xfrm>
          <a:custGeom>
            <a:avLst/>
            <a:gdLst>
              <a:gd name="connsiteX0" fmla="*/ 3698873 w 7407272"/>
              <a:gd name="connsiteY0" fmla="*/ 6009605 h 6858000"/>
              <a:gd name="connsiteX1" fmla="*/ 3338510 w 7407272"/>
              <a:gd name="connsiteY1" fmla="*/ 6219047 h 6858000"/>
              <a:gd name="connsiteX2" fmla="*/ 3338510 w 7407272"/>
              <a:gd name="connsiteY2" fmla="*/ 6634850 h 6858000"/>
              <a:gd name="connsiteX3" fmla="*/ 3698873 w 7407272"/>
              <a:gd name="connsiteY3" fmla="*/ 6841211 h 6858000"/>
              <a:gd name="connsiteX4" fmla="*/ 4059236 w 7407272"/>
              <a:gd name="connsiteY4" fmla="*/ 6634850 h 6858000"/>
              <a:gd name="connsiteX5" fmla="*/ 3698873 w 7407272"/>
              <a:gd name="connsiteY5" fmla="*/ 6425408 h 6858000"/>
              <a:gd name="connsiteX6" fmla="*/ 2230340 w 7407272"/>
              <a:gd name="connsiteY6" fmla="*/ 6006375 h 6858000"/>
              <a:gd name="connsiteX7" fmla="*/ 2227260 w 7407272"/>
              <a:gd name="connsiteY7" fmla="*/ 6419099 h 6858000"/>
              <a:gd name="connsiteX8" fmla="*/ 2587623 w 7407272"/>
              <a:gd name="connsiteY8" fmla="*/ 6628541 h 6858000"/>
              <a:gd name="connsiteX9" fmla="*/ 2947986 w 7407272"/>
              <a:gd name="connsiteY9" fmla="*/ 6425259 h 6858000"/>
              <a:gd name="connsiteX10" fmla="*/ 1848641 w 7407272"/>
              <a:gd name="connsiteY10" fmla="*/ 4931678 h 6858000"/>
              <a:gd name="connsiteX11" fmla="*/ 1488279 w 7407272"/>
              <a:gd name="connsiteY11" fmla="*/ 5141120 h 6858000"/>
              <a:gd name="connsiteX12" fmla="*/ 1848641 w 7407272"/>
              <a:gd name="connsiteY12" fmla="*/ 5350562 h 6858000"/>
              <a:gd name="connsiteX13" fmla="*/ 2216941 w 7407272"/>
              <a:gd name="connsiteY13" fmla="*/ 3861703 h 6858000"/>
              <a:gd name="connsiteX14" fmla="*/ 1856579 w 7407272"/>
              <a:gd name="connsiteY14" fmla="*/ 4071145 h 6858000"/>
              <a:gd name="connsiteX15" fmla="*/ 2216941 w 7407272"/>
              <a:gd name="connsiteY15" fmla="*/ 4280587 h 6858000"/>
              <a:gd name="connsiteX16" fmla="*/ 2956716 w 7407272"/>
              <a:gd name="connsiteY16" fmla="*/ 3858528 h 6858000"/>
              <a:gd name="connsiteX17" fmla="*/ 2596354 w 7407272"/>
              <a:gd name="connsiteY17" fmla="*/ 4071050 h 6858000"/>
              <a:gd name="connsiteX18" fmla="*/ 2956716 w 7407272"/>
              <a:gd name="connsiteY18" fmla="*/ 4277412 h 6858000"/>
              <a:gd name="connsiteX19" fmla="*/ 2228007 w 7407272"/>
              <a:gd name="connsiteY19" fmla="*/ 3433031 h 6858000"/>
              <a:gd name="connsiteX20" fmla="*/ 2228007 w 7407272"/>
              <a:gd name="connsiteY20" fmla="*/ 3848835 h 6858000"/>
              <a:gd name="connsiteX21" fmla="*/ 2585289 w 7407272"/>
              <a:gd name="connsiteY21" fmla="*/ 3639394 h 6858000"/>
              <a:gd name="connsiteX22" fmla="*/ 736598 w 7407272"/>
              <a:gd name="connsiteY22" fmla="*/ 2997200 h 6858000"/>
              <a:gd name="connsiteX23" fmla="*/ 736598 w 7407272"/>
              <a:gd name="connsiteY23" fmla="*/ 3425825 h 6858000"/>
              <a:gd name="connsiteX24" fmla="*/ 365123 w 7407272"/>
              <a:gd name="connsiteY24" fmla="*/ 3209925 h 6858000"/>
              <a:gd name="connsiteX25" fmla="*/ 1482723 w 7407272"/>
              <a:gd name="connsiteY25" fmla="*/ 2145617 h 6858000"/>
              <a:gd name="connsiteX26" fmla="*/ 1125440 w 7407272"/>
              <a:gd name="connsiteY26" fmla="*/ 2355059 h 6858000"/>
              <a:gd name="connsiteX27" fmla="*/ 1482723 w 7407272"/>
              <a:gd name="connsiteY27" fmla="*/ 2564500 h 6858000"/>
              <a:gd name="connsiteX28" fmla="*/ 1840006 w 7407272"/>
              <a:gd name="connsiteY28" fmla="*/ 2355059 h 6858000"/>
              <a:gd name="connsiteX29" fmla="*/ 2596307 w 7407272"/>
              <a:gd name="connsiteY29" fmla="*/ 1932845 h 6858000"/>
              <a:gd name="connsiteX30" fmla="*/ 2596307 w 7407272"/>
              <a:gd name="connsiteY30" fmla="*/ 2348649 h 6858000"/>
              <a:gd name="connsiteX31" fmla="*/ 2953589 w 7407272"/>
              <a:gd name="connsiteY31" fmla="*/ 2139206 h 6858000"/>
              <a:gd name="connsiteX32" fmla="*/ 371474 w 7407272"/>
              <a:gd name="connsiteY32" fmla="*/ 1925636 h 6858000"/>
              <a:gd name="connsiteX33" fmla="*/ 371474 w 7407272"/>
              <a:gd name="connsiteY33" fmla="*/ 2784474 h 6858000"/>
              <a:gd name="connsiteX34" fmla="*/ 0 w 7407272"/>
              <a:gd name="connsiteY34" fmla="*/ 2571749 h 6858000"/>
              <a:gd name="connsiteX35" fmla="*/ 0 w 7407272"/>
              <a:gd name="connsiteY35" fmla="*/ 2138361 h 6858000"/>
              <a:gd name="connsiteX36" fmla="*/ 3325016 w 7407272"/>
              <a:gd name="connsiteY36" fmla="*/ 1075596 h 6858000"/>
              <a:gd name="connsiteX37" fmla="*/ 2964654 w 7407272"/>
              <a:gd name="connsiteY37" fmla="*/ 1281958 h 6858000"/>
              <a:gd name="connsiteX38" fmla="*/ 3325016 w 7407272"/>
              <a:gd name="connsiteY38" fmla="*/ 1491400 h 6858000"/>
              <a:gd name="connsiteX39" fmla="*/ 1479548 w 7407272"/>
              <a:gd name="connsiteY39" fmla="*/ 854076 h 6858000"/>
              <a:gd name="connsiteX40" fmla="*/ 1479548 w 7407272"/>
              <a:gd name="connsiteY40" fmla="*/ 1282701 h 6858000"/>
              <a:gd name="connsiteX41" fmla="*/ 1108074 w 7407272"/>
              <a:gd name="connsiteY41" fmla="*/ 1066801 h 6858000"/>
              <a:gd name="connsiteX42" fmla="*/ 4064791 w 7407272"/>
              <a:gd name="connsiteY42" fmla="*/ 651816 h 6858000"/>
              <a:gd name="connsiteX43" fmla="*/ 3704429 w 7407272"/>
              <a:gd name="connsiteY43" fmla="*/ 858178 h 6858000"/>
              <a:gd name="connsiteX44" fmla="*/ 3704429 w 7407272"/>
              <a:gd name="connsiteY44" fmla="*/ 1278602 h 6858000"/>
              <a:gd name="connsiteX45" fmla="*/ 4064791 w 7407272"/>
              <a:gd name="connsiteY45" fmla="*/ 1484965 h 6858000"/>
              <a:gd name="connsiteX46" fmla="*/ 4405087 w 7407272"/>
              <a:gd name="connsiteY46" fmla="*/ 0 h 6858000"/>
              <a:gd name="connsiteX47" fmla="*/ 7407272 w 7407272"/>
              <a:gd name="connsiteY47" fmla="*/ 0 h 6858000"/>
              <a:gd name="connsiteX48" fmla="*/ 7407272 w 7407272"/>
              <a:gd name="connsiteY48" fmla="*/ 6858000 h 6858000"/>
              <a:gd name="connsiteX49" fmla="*/ 2213486 w 7407272"/>
              <a:gd name="connsiteY49" fmla="*/ 6858000 h 6858000"/>
              <a:gd name="connsiteX50" fmla="*/ 1854198 w 7407272"/>
              <a:gd name="connsiteY50" fmla="*/ 6643687 h 6858000"/>
              <a:gd name="connsiteX51" fmla="*/ 1856579 w 7407272"/>
              <a:gd name="connsiteY51" fmla="*/ 6207919 h 6858000"/>
              <a:gd name="connsiteX52" fmla="*/ 2223292 w 7407272"/>
              <a:gd name="connsiteY52" fmla="*/ 6003131 h 6858000"/>
              <a:gd name="connsiteX53" fmla="*/ 1482723 w 7407272"/>
              <a:gd name="connsiteY53" fmla="*/ 5572125 h 6858000"/>
              <a:gd name="connsiteX54" fmla="*/ 1101723 w 7407272"/>
              <a:gd name="connsiteY54" fmla="*/ 5788819 h 6858000"/>
              <a:gd name="connsiteX55" fmla="*/ 735010 w 7407272"/>
              <a:gd name="connsiteY55" fmla="*/ 5557838 h 6858000"/>
              <a:gd name="connsiteX56" fmla="*/ 744535 w 7407272"/>
              <a:gd name="connsiteY56" fmla="*/ 3855243 h 6858000"/>
              <a:gd name="connsiteX57" fmla="*/ 1111248 w 7407272"/>
              <a:gd name="connsiteY57" fmla="*/ 3633787 h 6858000"/>
              <a:gd name="connsiteX58" fmla="*/ 1118392 w 7407272"/>
              <a:gd name="connsiteY58" fmla="*/ 2783681 h 6858000"/>
              <a:gd name="connsiteX59" fmla="*/ 742154 w 7407272"/>
              <a:gd name="connsiteY59" fmla="*/ 2571750 h 6858000"/>
              <a:gd name="connsiteX60" fmla="*/ 746123 w 7407272"/>
              <a:gd name="connsiteY60" fmla="*/ 2143125 h 6858000"/>
              <a:gd name="connsiteX61" fmla="*/ 1841498 w 7407272"/>
              <a:gd name="connsiteY61" fmla="*/ 1485900 h 6858000"/>
              <a:gd name="connsiteX62" fmla="*/ 2209798 w 7407272"/>
              <a:gd name="connsiteY62" fmla="*/ 1708150 h 6858000"/>
              <a:gd name="connsiteX63" fmla="*/ 2584448 w 7407272"/>
              <a:gd name="connsiteY63" fmla="*/ 1479550 h 6858000"/>
              <a:gd name="connsiteX64" fmla="*/ 2587623 w 7407272"/>
              <a:gd name="connsiteY64" fmla="*/ 105727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407272" h="6858000">
                <a:moveTo>
                  <a:pt x="3698873" y="6009605"/>
                </a:moveTo>
                <a:lnTo>
                  <a:pt x="3338510" y="6219047"/>
                </a:lnTo>
                <a:lnTo>
                  <a:pt x="3338510" y="6634850"/>
                </a:lnTo>
                <a:lnTo>
                  <a:pt x="3698873" y="6841211"/>
                </a:lnTo>
                <a:lnTo>
                  <a:pt x="4059236" y="6634850"/>
                </a:lnTo>
                <a:lnTo>
                  <a:pt x="3698873" y="6425408"/>
                </a:lnTo>
                <a:close/>
                <a:moveTo>
                  <a:pt x="2230340" y="6006375"/>
                </a:moveTo>
                <a:lnTo>
                  <a:pt x="2227260" y="6419099"/>
                </a:lnTo>
                <a:lnTo>
                  <a:pt x="2587623" y="6628541"/>
                </a:lnTo>
                <a:lnTo>
                  <a:pt x="2947986" y="6425259"/>
                </a:lnTo>
                <a:close/>
                <a:moveTo>
                  <a:pt x="1848641" y="4931678"/>
                </a:moveTo>
                <a:lnTo>
                  <a:pt x="1488279" y="5141120"/>
                </a:lnTo>
                <a:lnTo>
                  <a:pt x="1848641" y="5350562"/>
                </a:lnTo>
                <a:close/>
                <a:moveTo>
                  <a:pt x="2216941" y="3861703"/>
                </a:moveTo>
                <a:lnTo>
                  <a:pt x="1856579" y="4071145"/>
                </a:lnTo>
                <a:lnTo>
                  <a:pt x="2216941" y="4280587"/>
                </a:lnTo>
                <a:close/>
                <a:moveTo>
                  <a:pt x="2956716" y="3858528"/>
                </a:moveTo>
                <a:lnTo>
                  <a:pt x="2596354" y="4071050"/>
                </a:lnTo>
                <a:lnTo>
                  <a:pt x="2956716" y="4277412"/>
                </a:lnTo>
                <a:close/>
                <a:moveTo>
                  <a:pt x="2228007" y="3433031"/>
                </a:moveTo>
                <a:lnTo>
                  <a:pt x="2228007" y="3848835"/>
                </a:lnTo>
                <a:lnTo>
                  <a:pt x="2585289" y="3639394"/>
                </a:lnTo>
                <a:close/>
                <a:moveTo>
                  <a:pt x="736598" y="2997200"/>
                </a:moveTo>
                <a:lnTo>
                  <a:pt x="736598" y="3425825"/>
                </a:lnTo>
                <a:lnTo>
                  <a:pt x="365123" y="3209925"/>
                </a:lnTo>
                <a:close/>
                <a:moveTo>
                  <a:pt x="1482723" y="2145617"/>
                </a:moveTo>
                <a:lnTo>
                  <a:pt x="1125440" y="2355059"/>
                </a:lnTo>
                <a:lnTo>
                  <a:pt x="1482723" y="2564500"/>
                </a:lnTo>
                <a:lnTo>
                  <a:pt x="1840006" y="2355059"/>
                </a:lnTo>
                <a:close/>
                <a:moveTo>
                  <a:pt x="2596307" y="1932845"/>
                </a:moveTo>
                <a:lnTo>
                  <a:pt x="2596307" y="2348649"/>
                </a:lnTo>
                <a:lnTo>
                  <a:pt x="2953589" y="2139206"/>
                </a:lnTo>
                <a:close/>
                <a:moveTo>
                  <a:pt x="371474" y="1925636"/>
                </a:moveTo>
                <a:lnTo>
                  <a:pt x="371474" y="2784474"/>
                </a:lnTo>
                <a:lnTo>
                  <a:pt x="0" y="2571749"/>
                </a:lnTo>
                <a:lnTo>
                  <a:pt x="0" y="2138361"/>
                </a:lnTo>
                <a:close/>
                <a:moveTo>
                  <a:pt x="3325016" y="1075596"/>
                </a:moveTo>
                <a:lnTo>
                  <a:pt x="2964654" y="1281958"/>
                </a:lnTo>
                <a:lnTo>
                  <a:pt x="3325016" y="1491400"/>
                </a:lnTo>
                <a:close/>
                <a:moveTo>
                  <a:pt x="1479548" y="854076"/>
                </a:moveTo>
                <a:lnTo>
                  <a:pt x="1479548" y="1282701"/>
                </a:lnTo>
                <a:lnTo>
                  <a:pt x="1108074" y="1066801"/>
                </a:lnTo>
                <a:close/>
                <a:moveTo>
                  <a:pt x="4064791" y="651816"/>
                </a:moveTo>
                <a:lnTo>
                  <a:pt x="3704429" y="858178"/>
                </a:lnTo>
                <a:lnTo>
                  <a:pt x="3704429" y="1278602"/>
                </a:lnTo>
                <a:lnTo>
                  <a:pt x="4064791" y="1484965"/>
                </a:lnTo>
                <a:close/>
                <a:moveTo>
                  <a:pt x="4405087" y="0"/>
                </a:moveTo>
                <a:lnTo>
                  <a:pt x="7407272" y="0"/>
                </a:lnTo>
                <a:lnTo>
                  <a:pt x="7407272" y="6858000"/>
                </a:lnTo>
                <a:lnTo>
                  <a:pt x="2213486" y="6858000"/>
                </a:lnTo>
                <a:lnTo>
                  <a:pt x="1854198" y="6643687"/>
                </a:lnTo>
                <a:cubicBezTo>
                  <a:pt x="1854992" y="6493668"/>
                  <a:pt x="1855785" y="6357938"/>
                  <a:pt x="1856579" y="6207919"/>
                </a:cubicBezTo>
                <a:lnTo>
                  <a:pt x="2223292" y="6003131"/>
                </a:lnTo>
                <a:lnTo>
                  <a:pt x="1482723" y="5572125"/>
                </a:lnTo>
                <a:lnTo>
                  <a:pt x="1101723" y="5788819"/>
                </a:lnTo>
                <a:lnTo>
                  <a:pt x="735010" y="5557838"/>
                </a:lnTo>
                <a:cubicBezTo>
                  <a:pt x="735804" y="4988719"/>
                  <a:pt x="743741" y="4424362"/>
                  <a:pt x="744535" y="3855243"/>
                </a:cubicBezTo>
                <a:lnTo>
                  <a:pt x="1111248" y="3633787"/>
                </a:lnTo>
                <a:cubicBezTo>
                  <a:pt x="1113629" y="3350418"/>
                  <a:pt x="1116011" y="3067050"/>
                  <a:pt x="1118392" y="2783681"/>
                </a:cubicBezTo>
                <a:lnTo>
                  <a:pt x="742154" y="2571750"/>
                </a:lnTo>
                <a:lnTo>
                  <a:pt x="746123" y="2143125"/>
                </a:lnTo>
                <a:lnTo>
                  <a:pt x="1841498" y="1485900"/>
                </a:lnTo>
                <a:lnTo>
                  <a:pt x="2209798" y="1708150"/>
                </a:lnTo>
                <a:lnTo>
                  <a:pt x="2584448" y="1479550"/>
                </a:lnTo>
                <a:cubicBezTo>
                  <a:pt x="2585506" y="1336675"/>
                  <a:pt x="2586565" y="1200150"/>
                  <a:pt x="2587623" y="1057275"/>
                </a:cubicBezTo>
                <a:close/>
              </a:path>
            </a:pathLst>
          </a:custGeom>
        </p:spPr>
        <p:txBody>
          <a:bodyPr wrap="square">
            <a:noAutofit/>
          </a:bodyPr>
          <a:lstStyle/>
          <a:p>
            <a:endParaRPr lang="en-US" dirty="0"/>
          </a:p>
        </p:txBody>
      </p:sp>
      <p:sp>
        <p:nvSpPr>
          <p:cNvPr id="2" name="Title 1">
            <a:extLst>
              <a:ext uri="{FF2B5EF4-FFF2-40B4-BE49-F238E27FC236}">
                <a16:creationId xmlns:a16="http://schemas.microsoft.com/office/drawing/2014/main" id="{31BBA778-64E4-9C4C-8806-1A8C377A972B}"/>
              </a:ext>
            </a:extLst>
          </p:cNvPr>
          <p:cNvSpPr>
            <a:spLocks noGrp="1"/>
          </p:cNvSpPr>
          <p:nvPr userDrawn="1">
            <p:ph type="title" hasCustomPrompt="1"/>
          </p:nvPr>
        </p:nvSpPr>
        <p:spPr>
          <a:xfrm>
            <a:off x="786337" y="1658320"/>
            <a:ext cx="3179763" cy="1913364"/>
          </a:xfrm>
        </p:spPr>
        <p:txBody>
          <a:bodyPr lIns="0" tIns="0" rIns="0" bIns="0" anchor="b">
            <a:noAutofit/>
          </a:bodyPr>
          <a:lstStyle>
            <a:lvl1pPr algn="l" rtl="1">
              <a:defRPr sz="4400" b="1">
                <a:solidFill>
                  <a:schemeClr val="tx2"/>
                </a:solidFill>
                <a:latin typeface="+mj-lt"/>
                <a:ea typeface="+mj-ea"/>
                <a:cs typeface="+mj-cs"/>
                <a:sym typeface="+mj-lt"/>
              </a:defRPr>
            </a:lvl1pPr>
          </a:lstStyle>
          <a:p>
            <a:r>
              <a:rPr lang="ar-SA" dirty="0"/>
              <a:t>عنوان الفاصل يذهب هنا</a:t>
            </a:r>
          </a:p>
        </p:txBody>
      </p:sp>
      <p:sp>
        <p:nvSpPr>
          <p:cNvPr id="3" name="Text Placeholder 2">
            <a:extLst>
              <a:ext uri="{FF2B5EF4-FFF2-40B4-BE49-F238E27FC236}">
                <a16:creationId xmlns:a16="http://schemas.microsoft.com/office/drawing/2014/main" id="{F91C9796-CB07-194B-B62D-8AC12B657E13}"/>
              </a:ext>
            </a:extLst>
          </p:cNvPr>
          <p:cNvSpPr>
            <a:spLocks noGrp="1"/>
          </p:cNvSpPr>
          <p:nvPr userDrawn="1">
            <p:ph type="body" idx="1" hasCustomPrompt="1"/>
          </p:nvPr>
        </p:nvSpPr>
        <p:spPr>
          <a:xfrm>
            <a:off x="786337" y="3768851"/>
            <a:ext cx="3179763" cy="1140182"/>
          </a:xfrm>
        </p:spPr>
        <p:txBody>
          <a:bodyPr lIns="0" tIns="0" rIns="0" bIns="0">
            <a:noAutofit/>
          </a:bodyPr>
          <a:lstStyle>
            <a:lvl1pPr marL="0" indent="0" algn="l" rtl="1">
              <a:buNone/>
              <a:defRPr sz="2000">
                <a:solidFill>
                  <a:schemeClr val="tx1"/>
                </a:solidFill>
                <a:latin typeface="+mn-lt"/>
                <a:ea typeface="+mn-ea"/>
                <a:cs typeface="+mn-cs"/>
                <a:sym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dirty="0"/>
              <a:t>العنوان الفرعي المقسم يذهب هنا</a:t>
            </a:r>
          </a:p>
        </p:txBody>
      </p:sp>
      <p:sp>
        <p:nvSpPr>
          <p:cNvPr id="283" name="Freeform 53"/>
          <p:cNvSpPr>
            <a:spLocks/>
          </p:cNvSpPr>
          <p:nvPr userDrawn="1"/>
        </p:nvSpPr>
        <p:spPr bwMode="auto">
          <a:xfrm flipH="1">
            <a:off x="8483601" y="638969"/>
            <a:ext cx="371475" cy="858838"/>
          </a:xfrm>
          <a:custGeom>
            <a:avLst/>
            <a:gdLst>
              <a:gd name="T0" fmla="*/ 0 w 234"/>
              <a:gd name="T1" fmla="*/ 0 h 541"/>
              <a:gd name="T2" fmla="*/ 0 w 234"/>
              <a:gd name="T3" fmla="*/ 541 h 541"/>
              <a:gd name="T4" fmla="*/ 234 w 234"/>
              <a:gd name="T5" fmla="*/ 407 h 541"/>
              <a:gd name="T6" fmla="*/ 234 w 234"/>
              <a:gd name="T7" fmla="*/ 134 h 541"/>
              <a:gd name="T8" fmla="*/ 0 w 234"/>
              <a:gd name="T9" fmla="*/ 0 h 541"/>
            </a:gdLst>
            <a:ahLst/>
            <a:cxnLst>
              <a:cxn ang="0">
                <a:pos x="T0" y="T1"/>
              </a:cxn>
              <a:cxn ang="0">
                <a:pos x="T2" y="T3"/>
              </a:cxn>
              <a:cxn ang="0">
                <a:pos x="T4" y="T5"/>
              </a:cxn>
              <a:cxn ang="0">
                <a:pos x="T6" y="T7"/>
              </a:cxn>
              <a:cxn ang="0">
                <a:pos x="T8" y="T9"/>
              </a:cxn>
            </a:cxnLst>
            <a:rect l="0" t="0" r="r" b="b"/>
            <a:pathLst>
              <a:path w="234" h="541">
                <a:moveTo>
                  <a:pt x="0" y="0"/>
                </a:moveTo>
                <a:lnTo>
                  <a:pt x="0" y="541"/>
                </a:lnTo>
                <a:lnTo>
                  <a:pt x="234" y="407"/>
                </a:lnTo>
                <a:lnTo>
                  <a:pt x="234" y="134"/>
                </a:lnTo>
                <a:lnTo>
                  <a:pt x="0" y="0"/>
                </a:lnTo>
                <a:close/>
              </a:path>
            </a:pathLst>
          </a:custGeom>
          <a:gradFill>
            <a:gsLst>
              <a:gs pos="100000">
                <a:srgbClr val="65A2E0"/>
              </a:gs>
              <a:gs pos="0">
                <a:srgbClr val="65BBF2"/>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84" name="Freeform 54"/>
          <p:cNvSpPr>
            <a:spLocks/>
          </p:cNvSpPr>
          <p:nvPr userDrawn="1"/>
        </p:nvSpPr>
        <p:spPr bwMode="auto">
          <a:xfrm flipH="1">
            <a:off x="4787900" y="4496594"/>
            <a:ext cx="371475" cy="857250"/>
          </a:xfrm>
          <a:custGeom>
            <a:avLst/>
            <a:gdLst>
              <a:gd name="T0" fmla="*/ 0 w 234"/>
              <a:gd name="T1" fmla="*/ 0 h 540"/>
              <a:gd name="T2" fmla="*/ 0 w 234"/>
              <a:gd name="T3" fmla="*/ 540 h 540"/>
              <a:gd name="T4" fmla="*/ 234 w 234"/>
              <a:gd name="T5" fmla="*/ 406 h 540"/>
              <a:gd name="T6" fmla="*/ 234 w 234"/>
              <a:gd name="T7" fmla="*/ 134 h 540"/>
              <a:gd name="T8" fmla="*/ 0 w 234"/>
              <a:gd name="T9" fmla="*/ 0 h 540"/>
            </a:gdLst>
            <a:ahLst/>
            <a:cxnLst>
              <a:cxn ang="0">
                <a:pos x="T0" y="T1"/>
              </a:cxn>
              <a:cxn ang="0">
                <a:pos x="T2" y="T3"/>
              </a:cxn>
              <a:cxn ang="0">
                <a:pos x="T4" y="T5"/>
              </a:cxn>
              <a:cxn ang="0">
                <a:pos x="T6" y="T7"/>
              </a:cxn>
              <a:cxn ang="0">
                <a:pos x="T8" y="T9"/>
              </a:cxn>
            </a:cxnLst>
            <a:rect l="0" t="0" r="r" b="b"/>
            <a:pathLst>
              <a:path w="234" h="540">
                <a:moveTo>
                  <a:pt x="0" y="0"/>
                </a:moveTo>
                <a:lnTo>
                  <a:pt x="0" y="540"/>
                </a:lnTo>
                <a:lnTo>
                  <a:pt x="234" y="406"/>
                </a:lnTo>
                <a:lnTo>
                  <a:pt x="234" y="134"/>
                </a:lnTo>
                <a:lnTo>
                  <a:pt x="0" y="0"/>
                </a:lnTo>
                <a:close/>
              </a:path>
            </a:pathLst>
          </a:custGeom>
          <a:gradFill>
            <a:gsLst>
              <a:gs pos="100000">
                <a:srgbClr val="1D6871"/>
              </a:gs>
              <a:gs pos="0">
                <a:srgbClr val="178675"/>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85" name="Freeform 55"/>
          <p:cNvSpPr>
            <a:spLocks/>
          </p:cNvSpPr>
          <p:nvPr userDrawn="1"/>
        </p:nvSpPr>
        <p:spPr bwMode="auto">
          <a:xfrm flipH="1">
            <a:off x="7000875" y="5996782"/>
            <a:ext cx="742950" cy="641350"/>
          </a:xfrm>
          <a:custGeom>
            <a:avLst/>
            <a:gdLst>
              <a:gd name="T0" fmla="*/ 466 w 468"/>
              <a:gd name="T1" fmla="*/ 0 h 404"/>
              <a:gd name="T2" fmla="*/ 0 w 468"/>
              <a:gd name="T3" fmla="*/ 272 h 404"/>
              <a:gd name="T4" fmla="*/ 234 w 468"/>
              <a:gd name="T5" fmla="*/ 404 h 404"/>
              <a:gd name="T6" fmla="*/ 468 w 468"/>
              <a:gd name="T7" fmla="*/ 268 h 404"/>
              <a:gd name="T8" fmla="*/ 466 w 468"/>
              <a:gd name="T9" fmla="*/ 0 h 404"/>
            </a:gdLst>
            <a:ahLst/>
            <a:cxnLst>
              <a:cxn ang="0">
                <a:pos x="T0" y="T1"/>
              </a:cxn>
              <a:cxn ang="0">
                <a:pos x="T2" y="T3"/>
              </a:cxn>
              <a:cxn ang="0">
                <a:pos x="T4" y="T5"/>
              </a:cxn>
              <a:cxn ang="0">
                <a:pos x="T6" y="T7"/>
              </a:cxn>
              <a:cxn ang="0">
                <a:pos x="T8" y="T9"/>
              </a:cxn>
            </a:cxnLst>
            <a:rect l="0" t="0" r="r" b="b"/>
            <a:pathLst>
              <a:path w="468" h="404">
                <a:moveTo>
                  <a:pt x="466" y="0"/>
                </a:moveTo>
                <a:lnTo>
                  <a:pt x="0" y="272"/>
                </a:lnTo>
                <a:lnTo>
                  <a:pt x="234" y="404"/>
                </a:lnTo>
                <a:lnTo>
                  <a:pt x="468" y="268"/>
                </a:lnTo>
                <a:lnTo>
                  <a:pt x="466" y="0"/>
                </a:lnTo>
                <a:close/>
              </a:path>
            </a:pathLst>
          </a:custGeom>
          <a:gradFill>
            <a:gsLst>
              <a:gs pos="100000">
                <a:srgbClr val="332D50"/>
              </a:gs>
              <a:gs pos="0">
                <a:srgbClr val="5B384A"/>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86" name="Freeform 56"/>
          <p:cNvSpPr>
            <a:spLocks/>
          </p:cNvSpPr>
          <p:nvPr userDrawn="1"/>
        </p:nvSpPr>
        <p:spPr bwMode="auto">
          <a:xfrm flipH="1">
            <a:off x="7743825" y="1069184"/>
            <a:ext cx="371475" cy="428625"/>
          </a:xfrm>
          <a:custGeom>
            <a:avLst/>
            <a:gdLst>
              <a:gd name="T0" fmla="*/ 0 w 234"/>
              <a:gd name="T1" fmla="*/ 0 h 270"/>
              <a:gd name="T2" fmla="*/ 0 w 234"/>
              <a:gd name="T3" fmla="*/ 270 h 270"/>
              <a:gd name="T4" fmla="*/ 234 w 234"/>
              <a:gd name="T5" fmla="*/ 134 h 270"/>
              <a:gd name="T6" fmla="*/ 0 w 234"/>
              <a:gd name="T7" fmla="*/ 0 h 270"/>
            </a:gdLst>
            <a:ahLst/>
            <a:cxnLst>
              <a:cxn ang="0">
                <a:pos x="T0" y="T1"/>
              </a:cxn>
              <a:cxn ang="0">
                <a:pos x="T2" y="T3"/>
              </a:cxn>
              <a:cxn ang="0">
                <a:pos x="T4" y="T5"/>
              </a:cxn>
              <a:cxn ang="0">
                <a:pos x="T6" y="T7"/>
              </a:cxn>
            </a:cxnLst>
            <a:rect l="0" t="0" r="r" b="b"/>
            <a:pathLst>
              <a:path w="234" h="270">
                <a:moveTo>
                  <a:pt x="0" y="0"/>
                </a:moveTo>
                <a:lnTo>
                  <a:pt x="0" y="270"/>
                </a:lnTo>
                <a:lnTo>
                  <a:pt x="234" y="134"/>
                </a:lnTo>
                <a:lnTo>
                  <a:pt x="0" y="0"/>
                </a:lnTo>
                <a:close/>
              </a:path>
            </a:pathLst>
          </a:custGeom>
          <a:gradFill>
            <a:gsLst>
              <a:gs pos="100000">
                <a:srgbClr val="FEA659"/>
              </a:gs>
              <a:gs pos="0">
                <a:srgbClr val="FEA646"/>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87" name="Freeform 57"/>
          <p:cNvSpPr>
            <a:spLocks/>
          </p:cNvSpPr>
          <p:nvPr userDrawn="1"/>
        </p:nvSpPr>
        <p:spPr bwMode="auto">
          <a:xfrm flipH="1">
            <a:off x="7375525" y="1926434"/>
            <a:ext cx="368300" cy="428625"/>
          </a:xfrm>
          <a:custGeom>
            <a:avLst/>
            <a:gdLst>
              <a:gd name="T0" fmla="*/ 0 w 232"/>
              <a:gd name="T1" fmla="*/ 134 h 270"/>
              <a:gd name="T2" fmla="*/ 232 w 232"/>
              <a:gd name="T3" fmla="*/ 0 h 270"/>
              <a:gd name="T4" fmla="*/ 232 w 232"/>
              <a:gd name="T5" fmla="*/ 270 h 270"/>
              <a:gd name="T6" fmla="*/ 0 w 232"/>
              <a:gd name="T7" fmla="*/ 134 h 270"/>
            </a:gdLst>
            <a:ahLst/>
            <a:cxnLst>
              <a:cxn ang="0">
                <a:pos x="T0" y="T1"/>
              </a:cxn>
              <a:cxn ang="0">
                <a:pos x="T2" y="T3"/>
              </a:cxn>
              <a:cxn ang="0">
                <a:pos x="T4" y="T5"/>
              </a:cxn>
              <a:cxn ang="0">
                <a:pos x="T6" y="T7"/>
              </a:cxn>
            </a:cxnLst>
            <a:rect l="0" t="0" r="r" b="b"/>
            <a:pathLst>
              <a:path w="232" h="270">
                <a:moveTo>
                  <a:pt x="0" y="134"/>
                </a:moveTo>
                <a:lnTo>
                  <a:pt x="232" y="0"/>
                </a:lnTo>
                <a:lnTo>
                  <a:pt x="232" y="270"/>
                </a:lnTo>
                <a:lnTo>
                  <a:pt x="0" y="134"/>
                </a:lnTo>
                <a:close/>
              </a:path>
            </a:pathLst>
          </a:custGeom>
          <a:gradFill>
            <a:gsLst>
              <a:gs pos="100000">
                <a:srgbClr val="52BC5D"/>
              </a:gs>
              <a:gs pos="0">
                <a:srgbClr val="5BBA46"/>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88" name="Freeform 58"/>
          <p:cNvSpPr>
            <a:spLocks/>
          </p:cNvSpPr>
          <p:nvPr userDrawn="1"/>
        </p:nvSpPr>
        <p:spPr bwMode="auto">
          <a:xfrm flipH="1">
            <a:off x="7007225" y="3426622"/>
            <a:ext cx="368300" cy="428625"/>
          </a:xfrm>
          <a:custGeom>
            <a:avLst/>
            <a:gdLst>
              <a:gd name="T0" fmla="*/ 0 w 232"/>
              <a:gd name="T1" fmla="*/ 134 h 270"/>
              <a:gd name="T2" fmla="*/ 232 w 232"/>
              <a:gd name="T3" fmla="*/ 0 h 270"/>
              <a:gd name="T4" fmla="*/ 232 w 232"/>
              <a:gd name="T5" fmla="*/ 270 h 270"/>
              <a:gd name="T6" fmla="*/ 0 w 232"/>
              <a:gd name="T7" fmla="*/ 134 h 270"/>
            </a:gdLst>
            <a:ahLst/>
            <a:cxnLst>
              <a:cxn ang="0">
                <a:pos x="T0" y="T1"/>
              </a:cxn>
              <a:cxn ang="0">
                <a:pos x="T2" y="T3"/>
              </a:cxn>
              <a:cxn ang="0">
                <a:pos x="T4" y="T5"/>
              </a:cxn>
              <a:cxn ang="0">
                <a:pos x="T6" y="T7"/>
              </a:cxn>
            </a:cxnLst>
            <a:rect l="0" t="0" r="r" b="b"/>
            <a:pathLst>
              <a:path w="232" h="270">
                <a:moveTo>
                  <a:pt x="0" y="134"/>
                </a:moveTo>
                <a:lnTo>
                  <a:pt x="232" y="0"/>
                </a:lnTo>
                <a:lnTo>
                  <a:pt x="232" y="270"/>
                </a:lnTo>
                <a:lnTo>
                  <a:pt x="0" y="134"/>
                </a:lnTo>
                <a:close/>
              </a:path>
            </a:pathLst>
          </a:custGeom>
          <a:gradFill>
            <a:gsLst>
              <a:gs pos="100000">
                <a:srgbClr val="ED6136"/>
              </a:gs>
              <a:gs pos="0">
                <a:srgbClr val="FF6834"/>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89" name="Freeform 59"/>
          <p:cNvSpPr>
            <a:spLocks/>
          </p:cNvSpPr>
          <p:nvPr userDrawn="1"/>
        </p:nvSpPr>
        <p:spPr bwMode="auto">
          <a:xfrm flipH="1">
            <a:off x="6635750" y="3855244"/>
            <a:ext cx="371475" cy="431800"/>
          </a:xfrm>
          <a:custGeom>
            <a:avLst/>
            <a:gdLst>
              <a:gd name="T0" fmla="*/ 234 w 234"/>
              <a:gd name="T1" fmla="*/ 136 h 272"/>
              <a:gd name="T2" fmla="*/ 0 w 234"/>
              <a:gd name="T3" fmla="*/ 272 h 272"/>
              <a:gd name="T4" fmla="*/ 0 w 234"/>
              <a:gd name="T5" fmla="*/ 0 h 272"/>
              <a:gd name="T6" fmla="*/ 234 w 234"/>
              <a:gd name="T7" fmla="*/ 136 h 272"/>
            </a:gdLst>
            <a:ahLst/>
            <a:cxnLst>
              <a:cxn ang="0">
                <a:pos x="T0" y="T1"/>
              </a:cxn>
              <a:cxn ang="0">
                <a:pos x="T2" y="T3"/>
              </a:cxn>
              <a:cxn ang="0">
                <a:pos x="T4" y="T5"/>
              </a:cxn>
              <a:cxn ang="0">
                <a:pos x="T6" y="T7"/>
              </a:cxn>
            </a:cxnLst>
            <a:rect l="0" t="0" r="r" b="b"/>
            <a:pathLst>
              <a:path w="234" h="272">
                <a:moveTo>
                  <a:pt x="234" y="136"/>
                </a:moveTo>
                <a:lnTo>
                  <a:pt x="0" y="272"/>
                </a:lnTo>
                <a:lnTo>
                  <a:pt x="0" y="0"/>
                </a:lnTo>
                <a:lnTo>
                  <a:pt x="234" y="136"/>
                </a:lnTo>
                <a:close/>
              </a:path>
            </a:pathLst>
          </a:custGeom>
          <a:gradFill>
            <a:gsLst>
              <a:gs pos="100000">
                <a:srgbClr val="CE583A"/>
              </a:gs>
              <a:gs pos="0">
                <a:srgbClr val="E86036"/>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90" name="Freeform 60"/>
          <p:cNvSpPr>
            <a:spLocks/>
          </p:cNvSpPr>
          <p:nvPr userDrawn="1"/>
        </p:nvSpPr>
        <p:spPr bwMode="auto">
          <a:xfrm flipH="1">
            <a:off x="7375526" y="3852069"/>
            <a:ext cx="371475" cy="431800"/>
          </a:xfrm>
          <a:custGeom>
            <a:avLst/>
            <a:gdLst>
              <a:gd name="T0" fmla="*/ 234 w 234"/>
              <a:gd name="T1" fmla="*/ 138 h 272"/>
              <a:gd name="T2" fmla="*/ 0 w 234"/>
              <a:gd name="T3" fmla="*/ 272 h 272"/>
              <a:gd name="T4" fmla="*/ 0 w 234"/>
              <a:gd name="T5" fmla="*/ 0 h 272"/>
              <a:gd name="T6" fmla="*/ 234 w 234"/>
              <a:gd name="T7" fmla="*/ 138 h 272"/>
            </a:gdLst>
            <a:ahLst/>
            <a:cxnLst>
              <a:cxn ang="0">
                <a:pos x="T0" y="T1"/>
              </a:cxn>
              <a:cxn ang="0">
                <a:pos x="T2" y="T3"/>
              </a:cxn>
              <a:cxn ang="0">
                <a:pos x="T4" y="T5"/>
              </a:cxn>
              <a:cxn ang="0">
                <a:pos x="T6" y="T7"/>
              </a:cxn>
            </a:cxnLst>
            <a:rect l="0" t="0" r="r" b="b"/>
            <a:pathLst>
              <a:path w="234" h="272">
                <a:moveTo>
                  <a:pt x="234" y="138"/>
                </a:moveTo>
                <a:lnTo>
                  <a:pt x="0" y="272"/>
                </a:lnTo>
                <a:lnTo>
                  <a:pt x="0" y="0"/>
                </a:lnTo>
                <a:lnTo>
                  <a:pt x="234" y="138"/>
                </a:lnTo>
                <a:close/>
              </a:path>
            </a:pathLst>
          </a:custGeom>
          <a:gradFill>
            <a:gsLst>
              <a:gs pos="100000">
                <a:srgbClr val="159076"/>
              </a:gs>
              <a:gs pos="0">
                <a:srgbClr val="139E78"/>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91" name="Freeform 61"/>
          <p:cNvSpPr>
            <a:spLocks/>
          </p:cNvSpPr>
          <p:nvPr userDrawn="1"/>
        </p:nvSpPr>
        <p:spPr bwMode="auto">
          <a:xfrm flipH="1">
            <a:off x="6267451" y="4925219"/>
            <a:ext cx="371475" cy="431800"/>
          </a:xfrm>
          <a:custGeom>
            <a:avLst/>
            <a:gdLst>
              <a:gd name="T0" fmla="*/ 234 w 234"/>
              <a:gd name="T1" fmla="*/ 136 h 272"/>
              <a:gd name="T2" fmla="*/ 0 w 234"/>
              <a:gd name="T3" fmla="*/ 272 h 272"/>
              <a:gd name="T4" fmla="*/ 0 w 234"/>
              <a:gd name="T5" fmla="*/ 0 h 272"/>
              <a:gd name="T6" fmla="*/ 234 w 234"/>
              <a:gd name="T7" fmla="*/ 136 h 272"/>
            </a:gdLst>
            <a:ahLst/>
            <a:cxnLst>
              <a:cxn ang="0">
                <a:pos x="T0" y="T1"/>
              </a:cxn>
              <a:cxn ang="0">
                <a:pos x="T2" y="T3"/>
              </a:cxn>
              <a:cxn ang="0">
                <a:pos x="T4" y="T5"/>
              </a:cxn>
              <a:cxn ang="0">
                <a:pos x="T6" y="T7"/>
              </a:cxn>
            </a:cxnLst>
            <a:rect l="0" t="0" r="r" b="b"/>
            <a:pathLst>
              <a:path w="234" h="272">
                <a:moveTo>
                  <a:pt x="234" y="136"/>
                </a:moveTo>
                <a:lnTo>
                  <a:pt x="0" y="272"/>
                </a:lnTo>
                <a:lnTo>
                  <a:pt x="0" y="0"/>
                </a:lnTo>
                <a:lnTo>
                  <a:pt x="234" y="136"/>
                </a:lnTo>
                <a:close/>
              </a:path>
            </a:pathLst>
          </a:custGeom>
          <a:gradFill>
            <a:gsLst>
              <a:gs pos="100000">
                <a:srgbClr val="474582"/>
              </a:gs>
              <a:gs pos="0">
                <a:srgbClr val="474482"/>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92" name="Freeform 62"/>
          <p:cNvSpPr>
            <a:spLocks/>
          </p:cNvSpPr>
          <p:nvPr userDrawn="1"/>
        </p:nvSpPr>
        <p:spPr bwMode="auto">
          <a:xfrm flipH="1">
            <a:off x="5159375" y="3639344"/>
            <a:ext cx="368300" cy="431800"/>
          </a:xfrm>
          <a:custGeom>
            <a:avLst/>
            <a:gdLst>
              <a:gd name="T0" fmla="*/ 0 w 232"/>
              <a:gd name="T1" fmla="*/ 136 h 272"/>
              <a:gd name="T2" fmla="*/ 232 w 232"/>
              <a:gd name="T3" fmla="*/ 272 h 272"/>
              <a:gd name="T4" fmla="*/ 232 w 232"/>
              <a:gd name="T5" fmla="*/ 0 h 272"/>
              <a:gd name="T6" fmla="*/ 0 w 232"/>
              <a:gd name="T7" fmla="*/ 136 h 272"/>
            </a:gdLst>
            <a:ahLst/>
            <a:cxnLst>
              <a:cxn ang="0">
                <a:pos x="T0" y="T1"/>
              </a:cxn>
              <a:cxn ang="0">
                <a:pos x="T2" y="T3"/>
              </a:cxn>
              <a:cxn ang="0">
                <a:pos x="T4" y="T5"/>
              </a:cxn>
              <a:cxn ang="0">
                <a:pos x="T6" y="T7"/>
              </a:cxn>
            </a:cxnLst>
            <a:rect l="0" t="0" r="r" b="b"/>
            <a:pathLst>
              <a:path w="232" h="272">
                <a:moveTo>
                  <a:pt x="0" y="136"/>
                </a:moveTo>
                <a:lnTo>
                  <a:pt x="232" y="272"/>
                </a:lnTo>
                <a:lnTo>
                  <a:pt x="232" y="0"/>
                </a:lnTo>
                <a:lnTo>
                  <a:pt x="0" y="136"/>
                </a:lnTo>
                <a:close/>
              </a:path>
            </a:pathLst>
          </a:custGeom>
          <a:gradFill>
            <a:gsLst>
              <a:gs pos="100000">
                <a:srgbClr val="585199"/>
              </a:gs>
              <a:gs pos="0">
                <a:srgbClr val="5F56A3"/>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93" name="Freeform 63"/>
          <p:cNvSpPr>
            <a:spLocks/>
          </p:cNvSpPr>
          <p:nvPr userDrawn="1"/>
        </p:nvSpPr>
        <p:spPr bwMode="auto">
          <a:xfrm flipH="1">
            <a:off x="5895975" y="5996785"/>
            <a:ext cx="371475" cy="428625"/>
          </a:xfrm>
          <a:custGeom>
            <a:avLst/>
            <a:gdLst>
              <a:gd name="T0" fmla="*/ 234 w 234"/>
              <a:gd name="T1" fmla="*/ 136 h 270"/>
              <a:gd name="T2" fmla="*/ 0 w 234"/>
              <a:gd name="T3" fmla="*/ 270 h 270"/>
              <a:gd name="T4" fmla="*/ 0 w 234"/>
              <a:gd name="T5" fmla="*/ 0 h 270"/>
              <a:gd name="T6" fmla="*/ 234 w 234"/>
              <a:gd name="T7" fmla="*/ 136 h 270"/>
            </a:gdLst>
            <a:ahLst/>
            <a:cxnLst>
              <a:cxn ang="0">
                <a:pos x="T0" y="T1"/>
              </a:cxn>
              <a:cxn ang="0">
                <a:pos x="T2" y="T3"/>
              </a:cxn>
              <a:cxn ang="0">
                <a:pos x="T4" y="T5"/>
              </a:cxn>
              <a:cxn ang="0">
                <a:pos x="T6" y="T7"/>
              </a:cxn>
            </a:cxnLst>
            <a:rect l="0" t="0" r="r" b="b"/>
            <a:pathLst>
              <a:path w="234" h="270">
                <a:moveTo>
                  <a:pt x="234" y="136"/>
                </a:moveTo>
                <a:lnTo>
                  <a:pt x="0" y="270"/>
                </a:lnTo>
                <a:lnTo>
                  <a:pt x="0" y="0"/>
                </a:lnTo>
                <a:lnTo>
                  <a:pt x="234" y="136"/>
                </a:lnTo>
                <a:close/>
              </a:path>
            </a:pathLst>
          </a:custGeom>
          <a:gradFill>
            <a:gsLst>
              <a:gs pos="100000">
                <a:srgbClr val="2C2F5E"/>
              </a:gs>
              <a:gs pos="0">
                <a:srgbClr val="333467"/>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94" name="Freeform 64"/>
          <p:cNvSpPr>
            <a:spLocks/>
          </p:cNvSpPr>
          <p:nvPr userDrawn="1"/>
        </p:nvSpPr>
        <p:spPr bwMode="auto">
          <a:xfrm flipH="1">
            <a:off x="5159375" y="6425407"/>
            <a:ext cx="368300" cy="431800"/>
          </a:xfrm>
          <a:custGeom>
            <a:avLst/>
            <a:gdLst>
              <a:gd name="T0" fmla="*/ 232 w 232"/>
              <a:gd name="T1" fmla="*/ 136 h 272"/>
              <a:gd name="T2" fmla="*/ 0 w 232"/>
              <a:gd name="T3" fmla="*/ 272 h 272"/>
              <a:gd name="T4" fmla="*/ 0 w 232"/>
              <a:gd name="T5" fmla="*/ 0 h 272"/>
              <a:gd name="T6" fmla="*/ 232 w 232"/>
              <a:gd name="T7" fmla="*/ 136 h 272"/>
            </a:gdLst>
            <a:ahLst/>
            <a:cxnLst>
              <a:cxn ang="0">
                <a:pos x="T0" y="T1"/>
              </a:cxn>
              <a:cxn ang="0">
                <a:pos x="T2" y="T3"/>
              </a:cxn>
              <a:cxn ang="0">
                <a:pos x="T4" y="T5"/>
              </a:cxn>
              <a:cxn ang="0">
                <a:pos x="T6" y="T7"/>
              </a:cxn>
            </a:cxnLst>
            <a:rect l="0" t="0" r="r" b="b"/>
            <a:pathLst>
              <a:path w="232" h="272">
                <a:moveTo>
                  <a:pt x="232" y="136"/>
                </a:moveTo>
                <a:lnTo>
                  <a:pt x="0" y="272"/>
                </a:lnTo>
                <a:lnTo>
                  <a:pt x="0" y="0"/>
                </a:lnTo>
                <a:lnTo>
                  <a:pt x="232" y="136"/>
                </a:lnTo>
                <a:close/>
              </a:path>
            </a:pathLst>
          </a:custGeom>
          <a:gradFill>
            <a:gsLst>
              <a:gs pos="100000">
                <a:srgbClr val="252D67"/>
              </a:gs>
              <a:gs pos="0">
                <a:srgbClr val="253F6B"/>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95" name="Freeform 65"/>
          <p:cNvSpPr>
            <a:spLocks/>
          </p:cNvSpPr>
          <p:nvPr userDrawn="1"/>
        </p:nvSpPr>
        <p:spPr bwMode="auto">
          <a:xfrm flipH="1">
            <a:off x="5159375" y="5780884"/>
            <a:ext cx="368300" cy="428625"/>
          </a:xfrm>
          <a:custGeom>
            <a:avLst/>
            <a:gdLst>
              <a:gd name="T0" fmla="*/ 0 w 232"/>
              <a:gd name="T1" fmla="*/ 136 h 270"/>
              <a:gd name="T2" fmla="*/ 232 w 232"/>
              <a:gd name="T3" fmla="*/ 270 h 270"/>
              <a:gd name="T4" fmla="*/ 232 w 232"/>
              <a:gd name="T5" fmla="*/ 0 h 270"/>
              <a:gd name="T6" fmla="*/ 0 w 232"/>
              <a:gd name="T7" fmla="*/ 136 h 270"/>
            </a:gdLst>
            <a:ahLst/>
            <a:cxnLst>
              <a:cxn ang="0">
                <a:pos x="T0" y="T1"/>
              </a:cxn>
              <a:cxn ang="0">
                <a:pos x="T2" y="T3"/>
              </a:cxn>
              <a:cxn ang="0">
                <a:pos x="T4" y="T5"/>
              </a:cxn>
              <a:cxn ang="0">
                <a:pos x="T6" y="T7"/>
              </a:cxn>
            </a:cxnLst>
            <a:rect l="0" t="0" r="r" b="b"/>
            <a:pathLst>
              <a:path w="232" h="270">
                <a:moveTo>
                  <a:pt x="0" y="136"/>
                </a:moveTo>
                <a:lnTo>
                  <a:pt x="232" y="270"/>
                </a:lnTo>
                <a:lnTo>
                  <a:pt x="232" y="0"/>
                </a:lnTo>
                <a:lnTo>
                  <a:pt x="0" y="136"/>
                </a:lnTo>
                <a:close/>
              </a:path>
            </a:pathLst>
          </a:custGeom>
          <a:gradFill>
            <a:gsLst>
              <a:gs pos="100000">
                <a:srgbClr val="50354C"/>
              </a:gs>
              <a:gs pos="0">
                <a:srgbClr val="61323F"/>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96" name="Freeform 66"/>
          <p:cNvSpPr>
            <a:spLocks/>
          </p:cNvSpPr>
          <p:nvPr userDrawn="1"/>
        </p:nvSpPr>
        <p:spPr bwMode="auto">
          <a:xfrm flipH="1">
            <a:off x="5899152" y="2139157"/>
            <a:ext cx="736600" cy="431800"/>
          </a:xfrm>
          <a:custGeom>
            <a:avLst/>
            <a:gdLst>
              <a:gd name="T0" fmla="*/ 464 w 464"/>
              <a:gd name="T1" fmla="*/ 136 h 272"/>
              <a:gd name="T2" fmla="*/ 232 w 464"/>
              <a:gd name="T3" fmla="*/ 272 h 272"/>
              <a:gd name="T4" fmla="*/ 0 w 464"/>
              <a:gd name="T5" fmla="*/ 136 h 272"/>
              <a:gd name="T6" fmla="*/ 232 w 464"/>
              <a:gd name="T7" fmla="*/ 0 h 272"/>
              <a:gd name="T8" fmla="*/ 464 w 464"/>
              <a:gd name="T9" fmla="*/ 136 h 272"/>
            </a:gdLst>
            <a:ahLst/>
            <a:cxnLst>
              <a:cxn ang="0">
                <a:pos x="T0" y="T1"/>
              </a:cxn>
              <a:cxn ang="0">
                <a:pos x="T2" y="T3"/>
              </a:cxn>
              <a:cxn ang="0">
                <a:pos x="T4" y="T5"/>
              </a:cxn>
              <a:cxn ang="0">
                <a:pos x="T6" y="T7"/>
              </a:cxn>
              <a:cxn ang="0">
                <a:pos x="T8" y="T9"/>
              </a:cxn>
            </a:cxnLst>
            <a:rect l="0" t="0" r="r" b="b"/>
            <a:pathLst>
              <a:path w="464" h="272">
                <a:moveTo>
                  <a:pt x="464" y="136"/>
                </a:moveTo>
                <a:lnTo>
                  <a:pt x="232" y="272"/>
                </a:lnTo>
                <a:lnTo>
                  <a:pt x="0" y="136"/>
                </a:lnTo>
                <a:lnTo>
                  <a:pt x="232" y="0"/>
                </a:lnTo>
                <a:lnTo>
                  <a:pt x="464" y="136"/>
                </a:lnTo>
                <a:close/>
              </a:path>
            </a:pathLst>
          </a:custGeom>
          <a:gradFill>
            <a:gsLst>
              <a:gs pos="100000">
                <a:srgbClr val="637AC0"/>
              </a:gs>
              <a:gs pos="0">
                <a:srgbClr val="6487CA"/>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97" name="Freeform 67"/>
          <p:cNvSpPr>
            <a:spLocks/>
          </p:cNvSpPr>
          <p:nvPr userDrawn="1"/>
        </p:nvSpPr>
        <p:spPr bwMode="auto">
          <a:xfrm flipH="1">
            <a:off x="8112125" y="5996782"/>
            <a:ext cx="742950" cy="857250"/>
          </a:xfrm>
          <a:custGeom>
            <a:avLst/>
            <a:gdLst>
              <a:gd name="T0" fmla="*/ 0 w 468"/>
              <a:gd name="T1" fmla="*/ 406 h 540"/>
              <a:gd name="T2" fmla="*/ 234 w 468"/>
              <a:gd name="T3" fmla="*/ 540 h 540"/>
              <a:gd name="T4" fmla="*/ 468 w 468"/>
              <a:gd name="T5" fmla="*/ 406 h 540"/>
              <a:gd name="T6" fmla="*/ 468 w 468"/>
              <a:gd name="T7" fmla="*/ 136 h 540"/>
              <a:gd name="T8" fmla="*/ 234 w 468"/>
              <a:gd name="T9" fmla="*/ 0 h 540"/>
              <a:gd name="T10" fmla="*/ 234 w 468"/>
              <a:gd name="T11" fmla="*/ 270 h 540"/>
              <a:gd name="T12" fmla="*/ 0 w 468"/>
              <a:gd name="T13" fmla="*/ 406 h 540"/>
            </a:gdLst>
            <a:ahLst/>
            <a:cxnLst>
              <a:cxn ang="0">
                <a:pos x="T0" y="T1"/>
              </a:cxn>
              <a:cxn ang="0">
                <a:pos x="T2" y="T3"/>
              </a:cxn>
              <a:cxn ang="0">
                <a:pos x="T4" y="T5"/>
              </a:cxn>
              <a:cxn ang="0">
                <a:pos x="T6" y="T7"/>
              </a:cxn>
              <a:cxn ang="0">
                <a:pos x="T8" y="T9"/>
              </a:cxn>
              <a:cxn ang="0">
                <a:pos x="T10" y="T11"/>
              </a:cxn>
              <a:cxn ang="0">
                <a:pos x="T12" y="T13"/>
              </a:cxn>
            </a:cxnLst>
            <a:rect l="0" t="0" r="r" b="b"/>
            <a:pathLst>
              <a:path w="468" h="540">
                <a:moveTo>
                  <a:pt x="0" y="406"/>
                </a:moveTo>
                <a:lnTo>
                  <a:pt x="234" y="540"/>
                </a:lnTo>
                <a:lnTo>
                  <a:pt x="468" y="406"/>
                </a:lnTo>
                <a:lnTo>
                  <a:pt x="468" y="136"/>
                </a:lnTo>
                <a:lnTo>
                  <a:pt x="234" y="0"/>
                </a:lnTo>
                <a:lnTo>
                  <a:pt x="234" y="270"/>
                </a:lnTo>
                <a:lnTo>
                  <a:pt x="0" y="406"/>
                </a:lnTo>
                <a:close/>
              </a:path>
            </a:pathLst>
          </a:custGeom>
          <a:gradFill>
            <a:gsLst>
              <a:gs pos="100000">
                <a:srgbClr val="283069"/>
              </a:gs>
              <a:gs pos="0">
                <a:srgbClr val="224E6D"/>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98" name="Freeform 68"/>
          <p:cNvSpPr>
            <a:spLocks/>
          </p:cNvSpPr>
          <p:nvPr userDrawn="1"/>
        </p:nvSpPr>
        <p:spPr bwMode="auto">
          <a:xfrm flipH="1">
            <a:off x="7375525" y="213521"/>
            <a:ext cx="368300" cy="428625"/>
          </a:xfrm>
          <a:custGeom>
            <a:avLst/>
            <a:gdLst>
              <a:gd name="T0" fmla="*/ 0 w 232"/>
              <a:gd name="T1" fmla="*/ 134 h 270"/>
              <a:gd name="T2" fmla="*/ 232 w 232"/>
              <a:gd name="T3" fmla="*/ 0 h 270"/>
              <a:gd name="T4" fmla="*/ 232 w 232"/>
              <a:gd name="T5" fmla="*/ 270 h 270"/>
              <a:gd name="T6" fmla="*/ 0 w 232"/>
              <a:gd name="T7" fmla="*/ 134 h 270"/>
            </a:gdLst>
            <a:ahLst/>
            <a:cxnLst>
              <a:cxn ang="0">
                <a:pos x="T0" y="T1"/>
              </a:cxn>
              <a:cxn ang="0">
                <a:pos x="T2" y="T3"/>
              </a:cxn>
              <a:cxn ang="0">
                <a:pos x="T4" y="T5"/>
              </a:cxn>
              <a:cxn ang="0">
                <a:pos x="T6" y="T7"/>
              </a:cxn>
            </a:cxnLst>
            <a:rect l="0" t="0" r="r" b="b"/>
            <a:pathLst>
              <a:path w="232" h="270">
                <a:moveTo>
                  <a:pt x="0" y="134"/>
                </a:moveTo>
                <a:lnTo>
                  <a:pt x="232" y="0"/>
                </a:lnTo>
                <a:lnTo>
                  <a:pt x="232" y="270"/>
                </a:lnTo>
                <a:lnTo>
                  <a:pt x="0" y="134"/>
                </a:lnTo>
                <a:close/>
              </a:path>
            </a:pathLst>
          </a:custGeom>
          <a:gradFill>
            <a:gsLst>
              <a:gs pos="100000">
                <a:srgbClr val="9AC619"/>
              </a:gs>
              <a:gs pos="0">
                <a:srgbClr val="ADCA0D"/>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99" name="Freeform 69"/>
          <p:cNvSpPr>
            <a:spLocks/>
          </p:cNvSpPr>
          <p:nvPr userDrawn="1"/>
        </p:nvSpPr>
        <p:spPr bwMode="auto">
          <a:xfrm flipH="1">
            <a:off x="6635750" y="642146"/>
            <a:ext cx="374650" cy="639763"/>
          </a:xfrm>
          <a:custGeom>
            <a:avLst/>
            <a:gdLst>
              <a:gd name="T0" fmla="*/ 234 w 236"/>
              <a:gd name="T1" fmla="*/ 0 h 403"/>
              <a:gd name="T2" fmla="*/ 236 w 236"/>
              <a:gd name="T3" fmla="*/ 269 h 403"/>
              <a:gd name="T4" fmla="*/ 2 w 236"/>
              <a:gd name="T5" fmla="*/ 403 h 403"/>
              <a:gd name="T6" fmla="*/ 0 w 236"/>
              <a:gd name="T7" fmla="*/ 134 h 403"/>
              <a:gd name="T8" fmla="*/ 234 w 236"/>
              <a:gd name="T9" fmla="*/ 0 h 403"/>
            </a:gdLst>
            <a:ahLst/>
            <a:cxnLst>
              <a:cxn ang="0">
                <a:pos x="T0" y="T1"/>
              </a:cxn>
              <a:cxn ang="0">
                <a:pos x="T2" y="T3"/>
              </a:cxn>
              <a:cxn ang="0">
                <a:pos x="T4" y="T5"/>
              </a:cxn>
              <a:cxn ang="0">
                <a:pos x="T6" y="T7"/>
              </a:cxn>
              <a:cxn ang="0">
                <a:pos x="T8" y="T9"/>
              </a:cxn>
            </a:cxnLst>
            <a:rect l="0" t="0" r="r" b="b"/>
            <a:pathLst>
              <a:path w="236" h="403">
                <a:moveTo>
                  <a:pt x="234" y="0"/>
                </a:moveTo>
                <a:lnTo>
                  <a:pt x="236" y="269"/>
                </a:lnTo>
                <a:lnTo>
                  <a:pt x="2" y="403"/>
                </a:lnTo>
                <a:lnTo>
                  <a:pt x="0" y="134"/>
                </a:lnTo>
                <a:lnTo>
                  <a:pt x="234" y="0"/>
                </a:lnTo>
                <a:close/>
              </a:path>
            </a:pathLst>
          </a:custGeom>
          <a:gradFill>
            <a:gsLst>
              <a:gs pos="100000">
                <a:srgbClr val="FE9E3F"/>
              </a:gs>
              <a:gs pos="0">
                <a:srgbClr val="FDB049"/>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Tree>
    <p:extLst>
      <p:ext uri="{BB962C8B-B14F-4D97-AF65-F5344CB8AC3E}">
        <p14:creationId xmlns:p14="http://schemas.microsoft.com/office/powerpoint/2010/main" val="42756370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4" name="Object 3" hidden="1"/>
                      <p:cNvPicPr/>
                      <p:nvPr/>
                    </p:nvPicPr>
                    <p:blipFill>
                      <a:blip r:embed="rId5"/>
                      <a:stretch>
                        <a:fillRect/>
                      </a:stretch>
                    </p:blipFill>
                    <p:spPr>
                      <a:xfrm>
                        <a:off x="1590"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2" y="0"/>
            <a:ext cx="158750" cy="158750"/>
          </a:xfrm>
          <a:prstGeom prst="rect">
            <a:avLst/>
          </a:prstGeom>
          <a:solidFill>
            <a:schemeClr val="tx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defRPr/>
            </a:pPr>
            <a:endParaRPr kumimoji="0" lang="ar-SA" sz="3200" b="0" i="0" u="none" strike="noStrike" kern="1200" cap="none" spc="0" normalizeH="0" baseline="0" noProof="0" dirty="0" err="1">
              <a:ln>
                <a:noFill/>
              </a:ln>
              <a:solidFill>
                <a:srgbClr val="FFFFFF"/>
              </a:solidFill>
              <a:effectLst/>
              <a:uLnTx/>
              <a:uFillTx/>
              <a:latin typeface="DIN Next LT Arabic Light"/>
              <a:ea typeface="+mn-ea"/>
              <a:cs typeface="DIN Next LT Arabic Light"/>
              <a:sym typeface="DIN Next LT Arabic Light" panose="020B0303020203050203" pitchFamily="34" charset="-78"/>
            </a:endParaRPr>
          </a:p>
        </p:txBody>
      </p:sp>
      <p:sp>
        <p:nvSpPr>
          <p:cNvPr id="30" name="Rectangle 29"/>
          <p:cNvSpPr/>
          <p:nvPr userDrawn="1"/>
        </p:nvSpPr>
        <p:spPr>
          <a:xfrm>
            <a:off x="0" y="0"/>
            <a:ext cx="4483100" cy="2514600"/>
          </a:xfrm>
          <a:prstGeom prst="rect">
            <a:avLst/>
          </a:prstGeom>
          <a:solidFill>
            <a:srgbClr val="F2F2F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29" name="Freeform 28">
            <a:extLst>
              <a:ext uri="{FF2B5EF4-FFF2-40B4-BE49-F238E27FC236}">
                <a16:creationId xmlns:a16="http://schemas.microsoft.com/office/drawing/2014/main" id="{CDAF40AC-B35D-FE43-8BA0-4467369C02E8}"/>
              </a:ext>
            </a:extLst>
          </p:cNvPr>
          <p:cNvSpPr/>
          <p:nvPr userDrawn="1"/>
        </p:nvSpPr>
        <p:spPr>
          <a:xfrm flipH="1">
            <a:off x="2" y="0"/>
            <a:ext cx="12194088" cy="6858000"/>
          </a:xfrm>
          <a:custGeom>
            <a:avLst/>
            <a:gdLst>
              <a:gd name="connsiteX0" fmla="*/ 8135655 w 12194088"/>
              <a:gd name="connsiteY0" fmla="*/ 0 h 6858000"/>
              <a:gd name="connsiteX1" fmla="*/ 12187825 w 12194088"/>
              <a:gd name="connsiteY1" fmla="*/ 2361156 h 6858000"/>
              <a:gd name="connsiteX2" fmla="*/ 12194088 w 12194088"/>
              <a:gd name="connsiteY2" fmla="*/ 6858000 h 6858000"/>
              <a:gd name="connsiteX3" fmla="*/ 0 w 12194088"/>
              <a:gd name="connsiteY3" fmla="*/ 6858000 h 6858000"/>
              <a:gd name="connsiteX4" fmla="*/ 0 w 12194088"/>
              <a:gd name="connsiteY4" fmla="*/ 0 h 6858000"/>
              <a:gd name="connsiteX5" fmla="*/ 8135655 w 121940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4088" h="6858000">
                <a:moveTo>
                  <a:pt x="8135655" y="0"/>
                </a:moveTo>
                <a:lnTo>
                  <a:pt x="12187825" y="2361156"/>
                </a:lnTo>
                <a:cubicBezTo>
                  <a:pt x="12189913" y="3860104"/>
                  <a:pt x="12192000" y="5359052"/>
                  <a:pt x="12194088" y="6858000"/>
                </a:cubicBezTo>
                <a:lnTo>
                  <a:pt x="0" y="6858000"/>
                </a:lnTo>
                <a:lnTo>
                  <a:pt x="0" y="0"/>
                </a:lnTo>
                <a:lnTo>
                  <a:pt x="8135655" y="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SA" sz="1800" b="0" i="0" u="none" strike="noStrike" kern="1200" cap="none" spc="0" normalizeH="0" baseline="0" noProof="0">
              <a:ln>
                <a:noFill/>
              </a:ln>
              <a:solidFill>
                <a:srgbClr val="FFFFFF"/>
              </a:solidFill>
              <a:effectLst/>
              <a:uLnTx/>
              <a:uFillTx/>
              <a:latin typeface="DIN Next LT Arabic Light"/>
              <a:ea typeface="+mn-ea"/>
              <a:cs typeface="DIN Next LT Arabic Light"/>
              <a:sym typeface="+mn-lt"/>
            </a:endParaRPr>
          </a:p>
        </p:txBody>
      </p:sp>
      <p:sp>
        <p:nvSpPr>
          <p:cNvPr id="13" name="Text Placeholder 12">
            <a:extLst>
              <a:ext uri="{FF2B5EF4-FFF2-40B4-BE49-F238E27FC236}">
                <a16:creationId xmlns:a16="http://schemas.microsoft.com/office/drawing/2014/main" id="{69AED6B8-A172-634F-A863-A430FCA31B5E}"/>
              </a:ext>
            </a:extLst>
          </p:cNvPr>
          <p:cNvSpPr>
            <a:spLocks noGrp="1"/>
          </p:cNvSpPr>
          <p:nvPr>
            <p:ph type="body" sz="quarter" idx="13" hasCustomPrompt="1"/>
          </p:nvPr>
        </p:nvSpPr>
        <p:spPr>
          <a:xfrm>
            <a:off x="8430127" y="1422400"/>
            <a:ext cx="3068638" cy="985838"/>
          </a:xfrm>
        </p:spPr>
        <p:txBody>
          <a:bodyPr lIns="0" tIns="0" rIns="0" bIns="0">
            <a:noAutofit/>
          </a:bodyPr>
          <a:lstStyle>
            <a:lvl1pPr marL="7938" indent="0" algn="r" rtl="1">
              <a:buNone/>
              <a:tabLst/>
              <a:defRPr sz="1800">
                <a:solidFill>
                  <a:schemeClr val="tx1"/>
                </a:solidFill>
                <a:latin typeface="+mn-lt"/>
                <a:ea typeface="+mn-ea"/>
                <a:cs typeface="+mn-cs"/>
                <a:sym typeface="+mn-lt"/>
              </a:defRPr>
            </a:lvl1pPr>
            <a:lvl2pPr marL="7938" indent="0">
              <a:buNone/>
              <a:tabLst/>
              <a:defRPr sz="1800"/>
            </a:lvl2pPr>
            <a:lvl3pPr marL="7938" indent="0">
              <a:buNone/>
              <a:tabLst/>
              <a:defRPr sz="1800"/>
            </a:lvl3pPr>
            <a:lvl4pPr marL="7938" indent="0">
              <a:buNone/>
              <a:tabLst/>
              <a:defRPr sz="1800"/>
            </a:lvl4pPr>
            <a:lvl5pPr marL="7938" indent="0">
              <a:buNone/>
              <a:tabLst/>
              <a:defRPr sz="1800"/>
            </a:lvl5pPr>
          </a:lstStyle>
          <a:p>
            <a:pPr lvl="0"/>
            <a:r>
              <a:rPr lang="ar-SA" dirty="0"/>
              <a:t>انقر لتحرير أنماط النص الرئيسية</a:t>
            </a:r>
          </a:p>
        </p:txBody>
      </p:sp>
      <p:sp>
        <p:nvSpPr>
          <p:cNvPr id="15" name="Text Placeholder 14">
            <a:extLst>
              <a:ext uri="{FF2B5EF4-FFF2-40B4-BE49-F238E27FC236}">
                <a16:creationId xmlns:a16="http://schemas.microsoft.com/office/drawing/2014/main" id="{DC8C4F23-1A89-804E-8593-8E3037FBC38D}"/>
              </a:ext>
            </a:extLst>
          </p:cNvPr>
          <p:cNvSpPr>
            <a:spLocks noGrp="1"/>
          </p:cNvSpPr>
          <p:nvPr>
            <p:ph type="body" sz="quarter" idx="14" hasCustomPrompt="1"/>
          </p:nvPr>
        </p:nvSpPr>
        <p:spPr>
          <a:xfrm>
            <a:off x="8428037" y="3246698"/>
            <a:ext cx="3068638" cy="2334360"/>
          </a:xfrm>
        </p:spPr>
        <p:txBody>
          <a:bodyPr lIns="0" tIns="0" rIns="0" bIns="0">
            <a:noAutofit/>
          </a:bodyPr>
          <a:lstStyle>
            <a:lvl1pPr marL="7938" indent="0" algn="r" rtl="1">
              <a:buNone/>
              <a:tabLst/>
              <a:defRPr sz="1800">
                <a:solidFill>
                  <a:schemeClr val="tx1"/>
                </a:solidFill>
                <a:latin typeface="+mn-lt"/>
                <a:ea typeface="+mn-ea"/>
                <a:cs typeface="+mn-cs"/>
                <a:sym typeface="+mn-lt"/>
              </a:defRPr>
            </a:lvl1pPr>
            <a:lvl2pPr marL="7938" indent="0">
              <a:buNone/>
              <a:tabLst/>
              <a:defRPr sz="1800">
                <a:solidFill>
                  <a:schemeClr val="tx2"/>
                </a:solidFill>
              </a:defRPr>
            </a:lvl2pPr>
            <a:lvl3pPr marL="7938" indent="0">
              <a:buNone/>
              <a:tabLst/>
              <a:defRPr sz="1800">
                <a:solidFill>
                  <a:schemeClr val="tx2"/>
                </a:solidFill>
              </a:defRPr>
            </a:lvl3pPr>
            <a:lvl4pPr marL="7938" indent="0">
              <a:buNone/>
              <a:tabLst/>
              <a:defRPr sz="1800">
                <a:solidFill>
                  <a:schemeClr val="tx2"/>
                </a:solidFill>
              </a:defRPr>
            </a:lvl4pPr>
            <a:lvl5pPr marL="7938" indent="0">
              <a:buNone/>
              <a:tabLst/>
              <a:defRPr sz="1800">
                <a:solidFill>
                  <a:schemeClr val="tx2"/>
                </a:solidFill>
              </a:defRPr>
            </a:lvl5pPr>
          </a:lstStyle>
          <a:p>
            <a:pPr lvl="0"/>
            <a:r>
              <a:rPr lang="ar-SA" dirty="0"/>
              <a:t>انقر لتحرير أنماط النص الرئيسية</a:t>
            </a:r>
          </a:p>
        </p:txBody>
      </p:sp>
      <p:sp>
        <p:nvSpPr>
          <p:cNvPr id="14" name="Content Placeholder 5">
            <a:extLst>
              <a:ext uri="{FF2B5EF4-FFF2-40B4-BE49-F238E27FC236}">
                <a16:creationId xmlns:a16="http://schemas.microsoft.com/office/drawing/2014/main" id="{809AF570-C745-5241-BDB2-3F3C6B512571}"/>
              </a:ext>
            </a:extLst>
          </p:cNvPr>
          <p:cNvSpPr>
            <a:spLocks noGrp="1"/>
          </p:cNvSpPr>
          <p:nvPr>
            <p:ph sz="quarter" idx="4" hasCustomPrompt="1"/>
          </p:nvPr>
        </p:nvSpPr>
        <p:spPr>
          <a:xfrm>
            <a:off x="2271640" y="3246699"/>
            <a:ext cx="1638015" cy="2334360"/>
          </a:xfrm>
        </p:spPr>
        <p:txBody>
          <a:bodyPr lIns="0" tIns="0" rIns="0" bIns="0">
            <a:noAutofit/>
          </a:bodyPr>
          <a:lstStyle>
            <a:lvl1pPr marL="0" indent="0">
              <a:lnSpc>
                <a:spcPct val="100000"/>
              </a:lnSpc>
              <a:spcBef>
                <a:spcPts val="500"/>
              </a:spcBef>
              <a:buNone/>
              <a:tabLst/>
              <a:defRPr sz="1400" b="1">
                <a:solidFill>
                  <a:schemeClr val="tx1"/>
                </a:solidFill>
                <a:latin typeface="+mn-lt"/>
                <a:ea typeface="+mn-ea"/>
                <a:cs typeface="+mn-cs"/>
                <a:sym typeface="+mn-lt"/>
              </a:defRPr>
            </a:lvl1pPr>
            <a:lvl2pPr marL="0" indent="0">
              <a:lnSpc>
                <a:spcPct val="100000"/>
              </a:lnSpc>
              <a:spcBef>
                <a:spcPts val="500"/>
              </a:spcBef>
              <a:buNone/>
              <a:tabLst/>
              <a:defRPr sz="1400">
                <a:solidFill>
                  <a:schemeClr val="tx1"/>
                </a:solidFill>
                <a:latin typeface="+mn-lt"/>
                <a:ea typeface="+mn-ea"/>
                <a:cs typeface="+mn-cs"/>
                <a:sym typeface="+mn-lt"/>
              </a:defRPr>
            </a:lvl2pPr>
            <a:lvl3pPr marL="0" indent="0">
              <a:lnSpc>
                <a:spcPct val="100000"/>
              </a:lnSpc>
              <a:spcBef>
                <a:spcPts val="500"/>
              </a:spcBef>
              <a:buNone/>
              <a:tabLst/>
              <a:defRPr sz="1400">
                <a:solidFill>
                  <a:schemeClr val="tx1"/>
                </a:solidFill>
                <a:latin typeface="+mn-lt"/>
                <a:ea typeface="+mn-ea"/>
                <a:cs typeface="+mn-cs"/>
                <a:sym typeface="+mn-lt"/>
              </a:defRPr>
            </a:lvl3pPr>
            <a:lvl4pPr marL="0" indent="0">
              <a:lnSpc>
                <a:spcPct val="100000"/>
              </a:lnSpc>
              <a:spcBef>
                <a:spcPts val="500"/>
              </a:spcBef>
              <a:buNone/>
              <a:tabLst/>
              <a:defRPr sz="1400">
                <a:solidFill>
                  <a:schemeClr val="tx1"/>
                </a:solidFill>
                <a:latin typeface="+mn-lt"/>
                <a:ea typeface="+mn-ea"/>
                <a:cs typeface="+mn-cs"/>
                <a:sym typeface="+mn-lt"/>
              </a:defRPr>
            </a:lvl4pPr>
            <a:lvl5pPr marL="0" indent="0">
              <a:lnSpc>
                <a:spcPct val="100000"/>
              </a:lnSpc>
              <a:spcBef>
                <a:spcPts val="500"/>
              </a:spcBef>
              <a:buNone/>
              <a:tabLst/>
              <a:defRPr sz="1400">
                <a:solidFill>
                  <a:schemeClr val="tx1"/>
                </a:solidFill>
                <a:latin typeface="+mn-lt"/>
                <a:ea typeface="+mn-ea"/>
                <a:cs typeface="+mn-cs"/>
                <a:sym typeface="+mn-lt"/>
              </a:defRPr>
            </a:lvl5pPr>
          </a:lstStyle>
          <a:p>
            <a:pPr lvl="0"/>
            <a:r>
              <a:rPr lang="ar-SA" dirty="0"/>
              <a:t>انقر لتحرير أنماط النص الرئيسية</a:t>
            </a:r>
          </a:p>
          <a:p>
            <a:pPr lvl="1"/>
            <a:r>
              <a:rPr lang="ar-SA" dirty="0"/>
              <a:t>المستوى الثاني</a:t>
            </a:r>
          </a:p>
          <a:p>
            <a:pPr lvl="2"/>
            <a:r>
              <a:rPr lang="ar-SA" dirty="0"/>
              <a:t>المستوى الثالث</a:t>
            </a:r>
          </a:p>
          <a:p>
            <a:pPr lvl="3"/>
            <a:r>
              <a:rPr lang="ar-SA" dirty="0"/>
              <a:t>المستوى الرابع</a:t>
            </a:r>
          </a:p>
          <a:p>
            <a:pPr lvl="4"/>
            <a:r>
              <a:rPr lang="ar-SA" dirty="0"/>
              <a:t>المستوى الخامس</a:t>
            </a:r>
          </a:p>
        </p:txBody>
      </p:sp>
      <p:sp>
        <p:nvSpPr>
          <p:cNvPr id="21" name="Content Placeholder 5">
            <a:extLst>
              <a:ext uri="{FF2B5EF4-FFF2-40B4-BE49-F238E27FC236}">
                <a16:creationId xmlns:a16="http://schemas.microsoft.com/office/drawing/2014/main" id="{0DDB6E15-9D3E-8048-859B-F03F1DA0EEEB}"/>
              </a:ext>
            </a:extLst>
          </p:cNvPr>
          <p:cNvSpPr>
            <a:spLocks noGrp="1"/>
          </p:cNvSpPr>
          <p:nvPr>
            <p:ph sz="quarter" idx="15" hasCustomPrompt="1"/>
          </p:nvPr>
        </p:nvSpPr>
        <p:spPr>
          <a:xfrm>
            <a:off x="4321684" y="3246699"/>
            <a:ext cx="1638015" cy="2334360"/>
          </a:xfrm>
        </p:spPr>
        <p:txBody>
          <a:bodyPr lIns="0" tIns="0" rIns="0" bIns="0">
            <a:noAutofit/>
          </a:bodyPr>
          <a:lstStyle>
            <a:lvl1pPr marL="0" indent="0">
              <a:lnSpc>
                <a:spcPct val="100000"/>
              </a:lnSpc>
              <a:spcBef>
                <a:spcPts val="500"/>
              </a:spcBef>
              <a:buNone/>
              <a:tabLst/>
              <a:defRPr sz="1400" b="1">
                <a:solidFill>
                  <a:schemeClr val="tx1"/>
                </a:solidFill>
                <a:latin typeface="+mn-lt"/>
                <a:ea typeface="+mn-ea"/>
                <a:cs typeface="+mn-cs"/>
                <a:sym typeface="+mn-lt"/>
              </a:defRPr>
            </a:lvl1pPr>
            <a:lvl2pPr marL="0" indent="0">
              <a:lnSpc>
                <a:spcPct val="100000"/>
              </a:lnSpc>
              <a:spcBef>
                <a:spcPts val="500"/>
              </a:spcBef>
              <a:buNone/>
              <a:tabLst/>
              <a:defRPr sz="1400">
                <a:solidFill>
                  <a:schemeClr val="tx1"/>
                </a:solidFill>
                <a:latin typeface="+mn-lt"/>
                <a:ea typeface="+mn-ea"/>
                <a:cs typeface="+mn-cs"/>
                <a:sym typeface="+mn-lt"/>
              </a:defRPr>
            </a:lvl2pPr>
            <a:lvl3pPr marL="0" indent="0">
              <a:lnSpc>
                <a:spcPct val="100000"/>
              </a:lnSpc>
              <a:spcBef>
                <a:spcPts val="500"/>
              </a:spcBef>
              <a:buNone/>
              <a:tabLst/>
              <a:defRPr sz="1400">
                <a:solidFill>
                  <a:schemeClr val="tx1"/>
                </a:solidFill>
                <a:latin typeface="+mn-lt"/>
                <a:ea typeface="+mn-ea"/>
                <a:cs typeface="+mn-cs"/>
                <a:sym typeface="+mn-lt"/>
              </a:defRPr>
            </a:lvl3pPr>
            <a:lvl4pPr marL="0" indent="0">
              <a:lnSpc>
                <a:spcPct val="100000"/>
              </a:lnSpc>
              <a:spcBef>
                <a:spcPts val="500"/>
              </a:spcBef>
              <a:buNone/>
              <a:tabLst/>
              <a:defRPr sz="1400">
                <a:solidFill>
                  <a:schemeClr val="tx1"/>
                </a:solidFill>
                <a:latin typeface="+mn-lt"/>
                <a:ea typeface="+mn-ea"/>
                <a:cs typeface="+mn-cs"/>
                <a:sym typeface="+mn-lt"/>
              </a:defRPr>
            </a:lvl4pPr>
            <a:lvl5pPr marL="0" indent="0">
              <a:lnSpc>
                <a:spcPct val="100000"/>
              </a:lnSpc>
              <a:spcBef>
                <a:spcPts val="500"/>
              </a:spcBef>
              <a:buNone/>
              <a:tabLst/>
              <a:defRPr sz="1400">
                <a:solidFill>
                  <a:schemeClr val="tx1"/>
                </a:solidFill>
                <a:latin typeface="+mn-lt"/>
                <a:ea typeface="+mn-ea"/>
                <a:cs typeface="+mn-cs"/>
                <a:sym typeface="+mn-lt"/>
              </a:defRPr>
            </a:lvl5pPr>
          </a:lstStyle>
          <a:p>
            <a:pPr lvl="0"/>
            <a:r>
              <a:rPr lang="ar-SA" dirty="0"/>
              <a:t>انقر لتحرير أنماط النص الرئيسية</a:t>
            </a:r>
          </a:p>
          <a:p>
            <a:pPr lvl="1"/>
            <a:r>
              <a:rPr lang="ar-SA" dirty="0"/>
              <a:t>المستوى الثاني</a:t>
            </a:r>
          </a:p>
          <a:p>
            <a:pPr lvl="2"/>
            <a:r>
              <a:rPr lang="ar-SA" dirty="0"/>
              <a:t>المستوى الثالث</a:t>
            </a:r>
          </a:p>
          <a:p>
            <a:pPr lvl="3"/>
            <a:r>
              <a:rPr lang="ar-SA" dirty="0"/>
              <a:t>المستوى الرابع</a:t>
            </a:r>
          </a:p>
          <a:p>
            <a:pPr lvl="4"/>
            <a:r>
              <a:rPr lang="ar-SA" dirty="0"/>
              <a:t>المستوى الخامس</a:t>
            </a:r>
          </a:p>
        </p:txBody>
      </p:sp>
      <p:sp>
        <p:nvSpPr>
          <p:cNvPr id="25" name="Content Placeholder 5">
            <a:extLst>
              <a:ext uri="{FF2B5EF4-FFF2-40B4-BE49-F238E27FC236}">
                <a16:creationId xmlns:a16="http://schemas.microsoft.com/office/drawing/2014/main" id="{E6286804-E86C-B243-9155-B54B48C06801}"/>
              </a:ext>
            </a:extLst>
          </p:cNvPr>
          <p:cNvSpPr>
            <a:spLocks noGrp="1"/>
          </p:cNvSpPr>
          <p:nvPr>
            <p:ph sz="quarter" idx="16" hasCustomPrompt="1"/>
          </p:nvPr>
        </p:nvSpPr>
        <p:spPr>
          <a:xfrm>
            <a:off x="6371730" y="3246699"/>
            <a:ext cx="1638015" cy="2334360"/>
          </a:xfrm>
        </p:spPr>
        <p:txBody>
          <a:bodyPr lIns="0" tIns="0" rIns="0" bIns="0">
            <a:noAutofit/>
          </a:bodyPr>
          <a:lstStyle>
            <a:lvl1pPr marL="0" indent="0">
              <a:lnSpc>
                <a:spcPct val="100000"/>
              </a:lnSpc>
              <a:spcBef>
                <a:spcPts val="500"/>
              </a:spcBef>
              <a:buNone/>
              <a:tabLst/>
              <a:defRPr sz="1400" b="1">
                <a:solidFill>
                  <a:schemeClr val="tx1"/>
                </a:solidFill>
                <a:latin typeface="+mn-lt"/>
                <a:ea typeface="+mn-ea"/>
                <a:cs typeface="+mn-cs"/>
                <a:sym typeface="+mn-lt"/>
              </a:defRPr>
            </a:lvl1pPr>
            <a:lvl2pPr marL="0" indent="0">
              <a:lnSpc>
                <a:spcPct val="100000"/>
              </a:lnSpc>
              <a:spcBef>
                <a:spcPts val="500"/>
              </a:spcBef>
              <a:buNone/>
              <a:tabLst/>
              <a:defRPr sz="1400">
                <a:solidFill>
                  <a:schemeClr val="tx1"/>
                </a:solidFill>
                <a:latin typeface="+mn-lt"/>
                <a:ea typeface="+mn-ea"/>
                <a:cs typeface="+mn-cs"/>
                <a:sym typeface="+mn-lt"/>
              </a:defRPr>
            </a:lvl2pPr>
            <a:lvl3pPr marL="0" indent="0">
              <a:lnSpc>
                <a:spcPct val="100000"/>
              </a:lnSpc>
              <a:spcBef>
                <a:spcPts val="500"/>
              </a:spcBef>
              <a:buNone/>
              <a:tabLst/>
              <a:defRPr sz="1400">
                <a:solidFill>
                  <a:schemeClr val="tx1"/>
                </a:solidFill>
                <a:latin typeface="+mn-lt"/>
                <a:ea typeface="+mn-ea"/>
                <a:cs typeface="+mn-cs"/>
                <a:sym typeface="+mn-lt"/>
              </a:defRPr>
            </a:lvl3pPr>
            <a:lvl4pPr marL="0" indent="0">
              <a:lnSpc>
                <a:spcPct val="100000"/>
              </a:lnSpc>
              <a:spcBef>
                <a:spcPts val="500"/>
              </a:spcBef>
              <a:buNone/>
              <a:tabLst/>
              <a:defRPr sz="1400">
                <a:solidFill>
                  <a:schemeClr val="tx1"/>
                </a:solidFill>
                <a:latin typeface="+mn-lt"/>
                <a:ea typeface="+mn-ea"/>
                <a:cs typeface="+mn-cs"/>
                <a:sym typeface="+mn-lt"/>
              </a:defRPr>
            </a:lvl4pPr>
            <a:lvl5pPr marL="0" indent="0">
              <a:lnSpc>
                <a:spcPct val="100000"/>
              </a:lnSpc>
              <a:spcBef>
                <a:spcPts val="500"/>
              </a:spcBef>
              <a:buNone/>
              <a:tabLst/>
              <a:defRPr sz="1400">
                <a:solidFill>
                  <a:schemeClr val="tx1"/>
                </a:solidFill>
                <a:latin typeface="+mn-lt"/>
                <a:ea typeface="+mn-ea"/>
                <a:cs typeface="+mn-cs"/>
                <a:sym typeface="+mn-lt"/>
              </a:defRPr>
            </a:lvl5pPr>
          </a:lstStyle>
          <a:p>
            <a:pPr lvl="0"/>
            <a:r>
              <a:rPr lang="ar-SA" dirty="0"/>
              <a:t>انقر لتحرير أنماط النص الرئيسية</a:t>
            </a:r>
          </a:p>
          <a:p>
            <a:pPr lvl="1"/>
            <a:r>
              <a:rPr lang="ar-SA" dirty="0"/>
              <a:t>المستوى الثاني</a:t>
            </a:r>
          </a:p>
          <a:p>
            <a:pPr lvl="2"/>
            <a:r>
              <a:rPr lang="ar-SA" dirty="0"/>
              <a:t>المستوى الثالث</a:t>
            </a:r>
          </a:p>
          <a:p>
            <a:pPr lvl="3"/>
            <a:r>
              <a:rPr lang="ar-SA" dirty="0"/>
              <a:t>المستوى الرابع</a:t>
            </a:r>
          </a:p>
          <a:p>
            <a:pPr lvl="4"/>
            <a:r>
              <a:rPr lang="ar-SA" dirty="0"/>
              <a:t>المستوى الخامس</a:t>
            </a:r>
          </a:p>
        </p:txBody>
      </p:sp>
      <p:sp>
        <p:nvSpPr>
          <p:cNvPr id="27" name="Title 1">
            <a:extLst>
              <a:ext uri="{FF2B5EF4-FFF2-40B4-BE49-F238E27FC236}">
                <a16:creationId xmlns:a16="http://schemas.microsoft.com/office/drawing/2014/main" id="{9C58E1BF-5AA8-2C40-974E-F98022B059BD}"/>
              </a:ext>
            </a:extLst>
          </p:cNvPr>
          <p:cNvSpPr>
            <a:spLocks noGrp="1"/>
          </p:cNvSpPr>
          <p:nvPr>
            <p:ph type="title" hasCustomPrompt="1"/>
          </p:nvPr>
        </p:nvSpPr>
        <p:spPr>
          <a:xfrm>
            <a:off x="695326" y="512766"/>
            <a:ext cx="10801349" cy="909637"/>
          </a:xfrm>
        </p:spPr>
        <p:txBody>
          <a:bodyPr lIns="0" tIns="0" rIns="0" bIns="0" anchor="t" anchorCtr="0">
            <a:noAutofit/>
          </a:bodyPr>
          <a:lstStyle>
            <a:lvl1pPr>
              <a:defRPr sz="3200">
                <a:solidFill>
                  <a:srgbClr val="273370"/>
                </a:solidFill>
                <a:latin typeface="+mj-lt"/>
                <a:ea typeface="+mj-ea"/>
                <a:cs typeface="+mj-cs"/>
                <a:sym typeface="+mj-lt"/>
              </a:defRPr>
            </a:lvl1pPr>
          </a:lstStyle>
          <a:p>
            <a:r>
              <a:rPr lang="ar-SA" dirty="0"/>
              <a:t>يذهب عنوان الشريحة هنا</a:t>
            </a:r>
          </a:p>
        </p:txBody>
      </p:sp>
      <p:sp>
        <p:nvSpPr>
          <p:cNvPr id="37" name="TextBox 36"/>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lumMod val="50000"/>
                  </a:srgbClr>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endParaRPr>
          </a:p>
        </p:txBody>
      </p:sp>
      <p:sp>
        <p:nvSpPr>
          <p:cNvPr id="36" name="Triangle 16">
            <a:extLst>
              <a:ext uri="{FF2B5EF4-FFF2-40B4-BE49-F238E27FC236}">
                <a16:creationId xmlns:a16="http://schemas.microsoft.com/office/drawing/2014/main" id="{B118DDEA-9223-2C42-8363-F6A82B6B1F73}"/>
              </a:ext>
            </a:extLst>
          </p:cNvPr>
          <p:cNvSpPr/>
          <p:nvPr userDrawn="1"/>
        </p:nvSpPr>
        <p:spPr>
          <a:xfrm rot="5400000" flipH="1">
            <a:off x="7287038" y="-187956"/>
            <a:ext cx="436639" cy="376413"/>
          </a:xfrm>
          <a:prstGeom prst="triangle">
            <a:avLst/>
          </a:prstGeom>
          <a:gradFill>
            <a:gsLst>
              <a:gs pos="50000">
                <a:srgbClr val="33CC99"/>
              </a:gs>
              <a:gs pos="0">
                <a:srgbClr val="99D633"/>
              </a:gs>
              <a:gs pos="100000">
                <a:srgbClr val="273370"/>
              </a:gs>
            </a:gsLst>
            <a:lin ang="10800000" scaled="0"/>
          </a:gra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srgbClr val="FFFFFF"/>
              </a:solidFill>
              <a:effectLst/>
              <a:uLnTx/>
              <a:uFillTx/>
              <a:latin typeface="DIN Next LT Arabic Light"/>
              <a:ea typeface="+mn-ea"/>
              <a:cs typeface="DIN Next LT Arabic Light"/>
              <a:sym typeface="+mn-lt"/>
            </a:endParaRPr>
          </a:p>
        </p:txBody>
      </p:sp>
      <p:sp>
        <p:nvSpPr>
          <p:cNvPr id="38" name="Triangle 17">
            <a:extLst>
              <a:ext uri="{FF2B5EF4-FFF2-40B4-BE49-F238E27FC236}">
                <a16:creationId xmlns:a16="http://schemas.microsoft.com/office/drawing/2014/main" id="{41E55C41-F1EE-EC47-8F3A-432F55C5943B}"/>
              </a:ext>
            </a:extLst>
          </p:cNvPr>
          <p:cNvSpPr/>
          <p:nvPr userDrawn="1"/>
        </p:nvSpPr>
        <p:spPr>
          <a:xfrm rot="16200000" flipH="1">
            <a:off x="5078135" y="883030"/>
            <a:ext cx="436639" cy="376413"/>
          </a:xfrm>
          <a:prstGeom prst="triangle">
            <a:avLst/>
          </a:prstGeom>
          <a:gradFill>
            <a:gsLst>
              <a:gs pos="50000">
                <a:srgbClr val="FF6633"/>
              </a:gs>
              <a:gs pos="0">
                <a:srgbClr val="FCBD4C"/>
              </a:gs>
              <a:gs pos="100000">
                <a:srgbClr val="273370"/>
              </a:gs>
            </a:gsLst>
            <a:lin ang="0" scaled="0"/>
          </a:gra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srgbClr val="FFFFFF"/>
              </a:solidFill>
              <a:effectLst/>
              <a:uLnTx/>
              <a:uFillTx/>
              <a:latin typeface="DIN Next LT Arabic Light"/>
              <a:ea typeface="+mn-ea"/>
              <a:cs typeface="DIN Next LT Arabic Light"/>
              <a:sym typeface="+mn-lt"/>
            </a:endParaRPr>
          </a:p>
        </p:txBody>
      </p:sp>
      <p:sp>
        <p:nvSpPr>
          <p:cNvPr id="39" name="Rectangle 15">
            <a:extLst>
              <a:ext uri="{FF2B5EF4-FFF2-40B4-BE49-F238E27FC236}">
                <a16:creationId xmlns:a16="http://schemas.microsoft.com/office/drawing/2014/main" id="{90B6C4FF-9E23-6B47-AF70-E1D961089043}"/>
              </a:ext>
            </a:extLst>
          </p:cNvPr>
          <p:cNvSpPr/>
          <p:nvPr userDrawn="1"/>
        </p:nvSpPr>
        <p:spPr>
          <a:xfrm flipH="1">
            <a:off x="11819934" y="1710538"/>
            <a:ext cx="372066" cy="1076806"/>
          </a:xfrm>
          <a:custGeom>
            <a:avLst/>
            <a:gdLst>
              <a:gd name="connsiteX0" fmla="*/ 0 w 372066"/>
              <a:gd name="connsiteY0" fmla="*/ 0 h 849782"/>
              <a:gd name="connsiteX1" fmla="*/ 372066 w 372066"/>
              <a:gd name="connsiteY1" fmla="*/ 0 h 849782"/>
              <a:gd name="connsiteX2" fmla="*/ 372066 w 372066"/>
              <a:gd name="connsiteY2" fmla="*/ 849782 h 849782"/>
              <a:gd name="connsiteX3" fmla="*/ 0 w 372066"/>
              <a:gd name="connsiteY3" fmla="*/ 849782 h 849782"/>
              <a:gd name="connsiteX4" fmla="*/ 0 w 372066"/>
              <a:gd name="connsiteY4" fmla="*/ 0 h 849782"/>
              <a:gd name="connsiteX0" fmla="*/ 0 w 372066"/>
              <a:gd name="connsiteY0" fmla="*/ 0 h 1076806"/>
              <a:gd name="connsiteX1" fmla="*/ 372066 w 372066"/>
              <a:gd name="connsiteY1" fmla="*/ 0 h 1076806"/>
              <a:gd name="connsiteX2" fmla="*/ 372066 w 372066"/>
              <a:gd name="connsiteY2" fmla="*/ 1076806 h 1076806"/>
              <a:gd name="connsiteX3" fmla="*/ 0 w 372066"/>
              <a:gd name="connsiteY3" fmla="*/ 849782 h 1076806"/>
              <a:gd name="connsiteX4" fmla="*/ 0 w 372066"/>
              <a:gd name="connsiteY4" fmla="*/ 0 h 1076806"/>
              <a:gd name="connsiteX0" fmla="*/ 0 w 372066"/>
              <a:gd name="connsiteY0" fmla="*/ 0 h 1076806"/>
              <a:gd name="connsiteX1" fmla="*/ 346841 w 372066"/>
              <a:gd name="connsiteY1" fmla="*/ 296392 h 1076806"/>
              <a:gd name="connsiteX2" fmla="*/ 372066 w 372066"/>
              <a:gd name="connsiteY2" fmla="*/ 1076806 h 1076806"/>
              <a:gd name="connsiteX3" fmla="*/ 0 w 372066"/>
              <a:gd name="connsiteY3" fmla="*/ 849782 h 1076806"/>
              <a:gd name="connsiteX4" fmla="*/ 0 w 372066"/>
              <a:gd name="connsiteY4" fmla="*/ 0 h 1076806"/>
              <a:gd name="connsiteX0" fmla="*/ 0 w 372066"/>
              <a:gd name="connsiteY0" fmla="*/ 0 h 1076806"/>
              <a:gd name="connsiteX1" fmla="*/ 365759 w 372066"/>
              <a:gd name="connsiteY1" fmla="*/ 214411 h 1076806"/>
              <a:gd name="connsiteX2" fmla="*/ 372066 w 372066"/>
              <a:gd name="connsiteY2" fmla="*/ 1076806 h 1076806"/>
              <a:gd name="connsiteX3" fmla="*/ 0 w 372066"/>
              <a:gd name="connsiteY3" fmla="*/ 849782 h 1076806"/>
              <a:gd name="connsiteX4" fmla="*/ 0 w 372066"/>
              <a:gd name="connsiteY4" fmla="*/ 0 h 10768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2066" h="1076806">
                <a:moveTo>
                  <a:pt x="0" y="0"/>
                </a:moveTo>
                <a:lnTo>
                  <a:pt x="365759" y="214411"/>
                </a:lnTo>
                <a:cubicBezTo>
                  <a:pt x="367861" y="501876"/>
                  <a:pt x="369964" y="789341"/>
                  <a:pt x="372066" y="1076806"/>
                </a:cubicBezTo>
                <a:lnTo>
                  <a:pt x="0" y="849782"/>
                </a:lnTo>
                <a:lnTo>
                  <a:pt x="0" y="0"/>
                </a:lnTo>
                <a:close/>
              </a:path>
            </a:pathLst>
          </a:custGeom>
          <a:gradFill>
            <a:gsLst>
              <a:gs pos="50000">
                <a:srgbClr val="33CC99"/>
              </a:gs>
              <a:gs pos="0">
                <a:srgbClr val="99D633"/>
              </a:gs>
              <a:gs pos="100000">
                <a:srgbClr val="273370"/>
              </a:gs>
            </a:gsLst>
            <a:lin ang="5400000" scaled="0"/>
          </a:gra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srgbClr val="FFFFFF"/>
              </a:solidFill>
              <a:effectLst/>
              <a:uLnTx/>
              <a:uFillTx/>
              <a:latin typeface="DIN Next LT Arabic Light"/>
              <a:ea typeface="+mn-ea"/>
              <a:cs typeface="DIN Next LT Arabic Light"/>
              <a:sym typeface="+mn-lt"/>
            </a:endParaRPr>
          </a:p>
        </p:txBody>
      </p:sp>
      <p:sp>
        <p:nvSpPr>
          <p:cNvPr id="40" name="Freeform 39">
            <a:extLst>
              <a:ext uri="{FF2B5EF4-FFF2-40B4-BE49-F238E27FC236}">
                <a16:creationId xmlns:a16="http://schemas.microsoft.com/office/drawing/2014/main" id="{FAD99CFF-0ACC-314D-BEDA-1BCD33AF0903}"/>
              </a:ext>
            </a:extLst>
          </p:cNvPr>
          <p:cNvSpPr/>
          <p:nvPr userDrawn="1"/>
        </p:nvSpPr>
        <p:spPr>
          <a:xfrm flipH="1">
            <a:off x="2966605" y="6221292"/>
            <a:ext cx="730250" cy="862233"/>
          </a:xfrm>
          <a:custGeom>
            <a:avLst/>
            <a:gdLst>
              <a:gd name="connsiteX0" fmla="*/ 361950 w 730250"/>
              <a:gd name="connsiteY0" fmla="*/ 638175 h 638175"/>
              <a:gd name="connsiteX1" fmla="*/ 730250 w 730250"/>
              <a:gd name="connsiteY1" fmla="*/ 638175 h 638175"/>
              <a:gd name="connsiteX2" fmla="*/ 730250 w 730250"/>
              <a:gd name="connsiteY2" fmla="*/ 212725 h 638175"/>
              <a:gd name="connsiteX3" fmla="*/ 358775 w 730250"/>
              <a:gd name="connsiteY3" fmla="*/ 0 h 638175"/>
              <a:gd name="connsiteX4" fmla="*/ 0 w 730250"/>
              <a:gd name="connsiteY4" fmla="*/ 215900 h 638175"/>
              <a:gd name="connsiteX5" fmla="*/ 365125 w 730250"/>
              <a:gd name="connsiteY5" fmla="*/ 428625 h 638175"/>
              <a:gd name="connsiteX6" fmla="*/ 361950 w 730250"/>
              <a:gd name="connsiteY6" fmla="*/ 638175 h 638175"/>
              <a:gd name="connsiteX0" fmla="*/ 361950 w 730250"/>
              <a:gd name="connsiteY0" fmla="*/ 638175 h 862233"/>
              <a:gd name="connsiteX1" fmla="*/ 718138 w 730250"/>
              <a:gd name="connsiteY1" fmla="*/ 862233 h 862233"/>
              <a:gd name="connsiteX2" fmla="*/ 730250 w 730250"/>
              <a:gd name="connsiteY2" fmla="*/ 212725 h 862233"/>
              <a:gd name="connsiteX3" fmla="*/ 358775 w 730250"/>
              <a:gd name="connsiteY3" fmla="*/ 0 h 862233"/>
              <a:gd name="connsiteX4" fmla="*/ 0 w 730250"/>
              <a:gd name="connsiteY4" fmla="*/ 215900 h 862233"/>
              <a:gd name="connsiteX5" fmla="*/ 365125 w 730250"/>
              <a:gd name="connsiteY5" fmla="*/ 428625 h 862233"/>
              <a:gd name="connsiteX6" fmla="*/ 361950 w 730250"/>
              <a:gd name="connsiteY6" fmla="*/ 638175 h 862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0250" h="862233">
                <a:moveTo>
                  <a:pt x="361950" y="638175"/>
                </a:moveTo>
                <a:lnTo>
                  <a:pt x="718138" y="862233"/>
                </a:lnTo>
                <a:lnTo>
                  <a:pt x="730250" y="212725"/>
                </a:lnTo>
                <a:lnTo>
                  <a:pt x="358775" y="0"/>
                </a:lnTo>
                <a:lnTo>
                  <a:pt x="0" y="215900"/>
                </a:lnTo>
                <a:lnTo>
                  <a:pt x="365125" y="428625"/>
                </a:lnTo>
                <a:cubicBezTo>
                  <a:pt x="364067" y="498475"/>
                  <a:pt x="363008" y="568325"/>
                  <a:pt x="361950" y="638175"/>
                </a:cubicBezTo>
                <a:close/>
              </a:path>
            </a:pathLst>
          </a:custGeom>
          <a:gradFill>
            <a:gsLst>
              <a:gs pos="50000">
                <a:srgbClr val="6258A6"/>
              </a:gs>
              <a:gs pos="0">
                <a:srgbClr val="66CCFF"/>
              </a:gs>
              <a:gs pos="100000">
                <a:srgbClr val="273370"/>
              </a:gs>
            </a:gsLst>
            <a:lin ang="5400000" scaled="0"/>
          </a:gradFill>
          <a:ln w="10795" cap="flat"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ar-SA" sz="1800" b="0" i="0" u="none" strike="noStrike" kern="0" cap="none" spc="0" normalizeH="0" baseline="0" noProof="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51368509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slide with imag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nvPr>
        </p:nvGraphicFramePr>
        <p:xfrm>
          <a:off x="1590" y="1588"/>
          <a:ext cx="1588" cy="1588"/>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5" name="Object 4" hidden="1"/>
                      <p:cNvPicPr/>
                      <p:nvPr/>
                    </p:nvPicPr>
                    <p:blipFill>
                      <a:blip r:embed="rId5"/>
                      <a:stretch>
                        <a:fillRect/>
                      </a:stretch>
                    </p:blipFill>
                    <p:spPr>
                      <a:xfrm>
                        <a:off x="1590" y="1588"/>
                        <a:ext cx="1588" cy="1588"/>
                      </a:xfrm>
                      <a:prstGeom prst="rect">
                        <a:avLst/>
                      </a:prstGeom>
                    </p:spPr>
                  </p:pic>
                </p:oleObj>
              </mc:Fallback>
            </mc:AlternateContent>
          </a:graphicData>
        </a:graphic>
      </p:graphicFrame>
      <p:sp>
        <p:nvSpPr>
          <p:cNvPr id="7" name="Rectangle 6" hidden="1"/>
          <p:cNvSpPr/>
          <p:nvPr userDrawn="1">
            <p:custDataLst>
              <p:tags r:id="rId2"/>
            </p:custDataLst>
          </p:nvPr>
        </p:nvSpPr>
        <p:spPr>
          <a:xfrm>
            <a:off x="2" y="0"/>
            <a:ext cx="158750" cy="158750"/>
          </a:xfrm>
          <a:prstGeom prst="rect">
            <a:avLst/>
          </a:prstGeom>
          <a:solidFill>
            <a:schemeClr val="tx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defRPr/>
            </a:pPr>
            <a:endParaRPr kumimoji="0" lang="ar-SA" sz="2800" b="0" i="0" u="none" strike="noStrike" kern="1200" cap="none" spc="0" normalizeH="0" baseline="0" noProof="0" dirty="0" err="1">
              <a:ln>
                <a:noFill/>
              </a:ln>
              <a:solidFill>
                <a:srgbClr val="FFFFFF"/>
              </a:solidFill>
              <a:effectLst/>
              <a:uLnTx/>
              <a:uFillTx/>
              <a:latin typeface="DIN Next LT Arabic Light"/>
              <a:ea typeface="+mn-ea"/>
              <a:cs typeface="DIN Next LT Arabic Light"/>
              <a:sym typeface="DIN Next LT Arabic Light" panose="020B0303020203050203" pitchFamily="34" charset="-78"/>
            </a:endParaRPr>
          </a:p>
        </p:txBody>
      </p:sp>
      <p:sp>
        <p:nvSpPr>
          <p:cNvPr id="31" name="Freeform 30"/>
          <p:cNvSpPr>
            <a:spLocks/>
          </p:cNvSpPr>
          <p:nvPr userDrawn="1"/>
        </p:nvSpPr>
        <p:spPr bwMode="auto">
          <a:xfrm>
            <a:off x="2" y="2"/>
            <a:ext cx="9965762" cy="6858001"/>
          </a:xfrm>
          <a:custGeom>
            <a:avLst/>
            <a:gdLst>
              <a:gd name="connsiteX0" fmla="*/ 7385001 w 9965762"/>
              <a:gd name="connsiteY0" fmla="*/ 5774783 h 6858001"/>
              <a:gd name="connsiteX1" fmla="*/ 7016701 w 9965762"/>
              <a:gd name="connsiteY1" fmla="*/ 5993858 h 6858001"/>
              <a:gd name="connsiteX2" fmla="*/ 7385001 w 9965762"/>
              <a:gd name="connsiteY2" fmla="*/ 6206583 h 6858001"/>
              <a:gd name="connsiteX3" fmla="*/ 7381057 w 9965762"/>
              <a:gd name="connsiteY3" fmla="*/ 4067175 h 6858001"/>
              <a:gd name="connsiteX4" fmla="*/ 7009582 w 9965762"/>
              <a:gd name="connsiteY4" fmla="*/ 4279900 h 6858001"/>
              <a:gd name="connsiteX5" fmla="*/ 7012757 w 9965762"/>
              <a:gd name="connsiteY5" fmla="*/ 4708525 h 6858001"/>
              <a:gd name="connsiteX6" fmla="*/ 7384232 w 9965762"/>
              <a:gd name="connsiteY6" fmla="*/ 4495800 h 6858001"/>
              <a:gd name="connsiteX7" fmla="*/ 7386331 w 9965762"/>
              <a:gd name="connsiteY7" fmla="*/ 2781300 h 6858001"/>
              <a:gd name="connsiteX8" fmla="*/ 7386331 w 9965762"/>
              <a:gd name="connsiteY8" fmla="*/ 3209925 h 6858001"/>
              <a:gd name="connsiteX9" fmla="*/ 7754631 w 9965762"/>
              <a:gd name="connsiteY9" fmla="*/ 2997200 h 6858001"/>
              <a:gd name="connsiteX10" fmla="*/ 7751456 w 9965762"/>
              <a:gd name="connsiteY10" fmla="*/ 2143125 h 6858001"/>
              <a:gd name="connsiteX11" fmla="*/ 7383156 w 9965762"/>
              <a:gd name="connsiteY11" fmla="*/ 2359025 h 6858001"/>
              <a:gd name="connsiteX12" fmla="*/ 7751456 w 9965762"/>
              <a:gd name="connsiteY12" fmla="*/ 2571750 h 6858001"/>
              <a:gd name="connsiteX13" fmla="*/ 0 w 9965762"/>
              <a:gd name="connsiteY13" fmla="*/ 0 h 6858001"/>
              <a:gd name="connsiteX14" fmla="*/ 929970 w 9965762"/>
              <a:gd name="connsiteY14" fmla="*/ 0 h 6858001"/>
              <a:gd name="connsiteX15" fmla="*/ 2120900 w 9965762"/>
              <a:gd name="connsiteY15" fmla="*/ 0 h 6858001"/>
              <a:gd name="connsiteX16" fmla="*/ 8497581 w 9965762"/>
              <a:gd name="connsiteY16" fmla="*/ 0 h 6858001"/>
              <a:gd name="connsiteX17" fmla="*/ 8494406 w 9965762"/>
              <a:gd name="connsiteY17" fmla="*/ 428625 h 6858001"/>
              <a:gd name="connsiteX18" fmla="*/ 8865881 w 9965762"/>
              <a:gd name="connsiteY18" fmla="*/ 641350 h 6858001"/>
              <a:gd name="connsiteX19" fmla="*/ 8869056 w 9965762"/>
              <a:gd name="connsiteY19" fmla="*/ 212725 h 6858001"/>
              <a:gd name="connsiteX20" fmla="*/ 8497581 w 9965762"/>
              <a:gd name="connsiteY20" fmla="*/ 0 h 6858001"/>
              <a:gd name="connsiteX21" fmla="*/ 9965762 w 9965762"/>
              <a:gd name="connsiteY21" fmla="*/ 0 h 6858001"/>
              <a:gd name="connsiteX22" fmla="*/ 9239920 w 9965762"/>
              <a:gd name="connsiteY22" fmla="*/ 428860 h 6858001"/>
              <a:gd name="connsiteX23" fmla="*/ 9228507 w 9965762"/>
              <a:gd name="connsiteY23" fmla="*/ 1285122 h 6858001"/>
              <a:gd name="connsiteX24" fmla="*/ 8498502 w 9965762"/>
              <a:gd name="connsiteY24" fmla="*/ 1717306 h 6858001"/>
              <a:gd name="connsiteX25" fmla="*/ 8498030 w 9965762"/>
              <a:gd name="connsiteY25" fmla="*/ 2137585 h 6858001"/>
              <a:gd name="connsiteX26" fmla="*/ 8127804 w 9965762"/>
              <a:gd name="connsiteY26" fmla="*/ 2351048 h 6858001"/>
              <a:gd name="connsiteX27" fmla="*/ 8131128 w 9965762"/>
              <a:gd name="connsiteY27" fmla="*/ 3212071 h 6858001"/>
              <a:gd name="connsiteX28" fmla="*/ 8489447 w 9965762"/>
              <a:gd name="connsiteY28" fmla="*/ 3422681 h 6858001"/>
              <a:gd name="connsiteX29" fmla="*/ 8498502 w 9965762"/>
              <a:gd name="connsiteY29" fmla="*/ 3856304 h 6858001"/>
              <a:gd name="connsiteX30" fmla="*/ 8131129 w 9965762"/>
              <a:gd name="connsiteY30" fmla="*/ 4066445 h 6858001"/>
              <a:gd name="connsiteX31" fmla="*/ 8128748 w 9965762"/>
              <a:gd name="connsiteY31" fmla="*/ 4499572 h 6858001"/>
              <a:gd name="connsiteX32" fmla="*/ 9236593 w 9965762"/>
              <a:gd name="connsiteY32" fmla="*/ 5138078 h 6858001"/>
              <a:gd name="connsiteX33" fmla="*/ 9228507 w 9965762"/>
              <a:gd name="connsiteY33" fmla="*/ 5558356 h 6858001"/>
              <a:gd name="connsiteX34" fmla="*/ 8860639 w 9965762"/>
              <a:gd name="connsiteY34" fmla="*/ 5789456 h 6858001"/>
              <a:gd name="connsiteX35" fmla="*/ 8857787 w 9965762"/>
              <a:gd name="connsiteY35" fmla="*/ 6201624 h 6858001"/>
              <a:gd name="connsiteX36" fmla="*/ 8477541 w 9965762"/>
              <a:gd name="connsiteY36" fmla="*/ 6446067 h 6858001"/>
              <a:gd name="connsiteX37" fmla="*/ 8506551 w 9965762"/>
              <a:gd name="connsiteY37" fmla="*/ 6858001 h 6858001"/>
              <a:gd name="connsiteX38" fmla="*/ 2120900 w 9965762"/>
              <a:gd name="connsiteY38" fmla="*/ 6858001 h 6858001"/>
              <a:gd name="connsiteX39" fmla="*/ 929970 w 9965762"/>
              <a:gd name="connsiteY39" fmla="*/ 6858001 h 6858001"/>
              <a:gd name="connsiteX40" fmla="*/ 0 w 9965762"/>
              <a:gd name="connsiteY40" fmla="*/ 6858001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965762" h="6858001">
                <a:moveTo>
                  <a:pt x="7385001" y="5774783"/>
                </a:moveTo>
                <a:lnTo>
                  <a:pt x="7016701" y="5993858"/>
                </a:lnTo>
                <a:lnTo>
                  <a:pt x="7385001" y="6206583"/>
                </a:lnTo>
                <a:close/>
                <a:moveTo>
                  <a:pt x="7381057" y="4067175"/>
                </a:moveTo>
                <a:lnTo>
                  <a:pt x="7009582" y="4279900"/>
                </a:lnTo>
                <a:lnTo>
                  <a:pt x="7012757" y="4708525"/>
                </a:lnTo>
                <a:lnTo>
                  <a:pt x="7384232" y="4495800"/>
                </a:lnTo>
                <a:close/>
                <a:moveTo>
                  <a:pt x="7386331" y="2781300"/>
                </a:moveTo>
                <a:lnTo>
                  <a:pt x="7386331" y="3209925"/>
                </a:lnTo>
                <a:lnTo>
                  <a:pt x="7754631" y="2997200"/>
                </a:lnTo>
                <a:close/>
                <a:moveTo>
                  <a:pt x="7751456" y="2143125"/>
                </a:moveTo>
                <a:lnTo>
                  <a:pt x="7383156" y="2359025"/>
                </a:lnTo>
                <a:lnTo>
                  <a:pt x="7751456" y="2571750"/>
                </a:lnTo>
                <a:close/>
                <a:moveTo>
                  <a:pt x="0" y="0"/>
                </a:moveTo>
                <a:lnTo>
                  <a:pt x="929970" y="0"/>
                </a:lnTo>
                <a:lnTo>
                  <a:pt x="2120900" y="0"/>
                </a:lnTo>
                <a:lnTo>
                  <a:pt x="8497581" y="0"/>
                </a:lnTo>
                <a:lnTo>
                  <a:pt x="8494406" y="428625"/>
                </a:lnTo>
                <a:lnTo>
                  <a:pt x="8865881" y="641350"/>
                </a:lnTo>
                <a:lnTo>
                  <a:pt x="8869056" y="212725"/>
                </a:lnTo>
                <a:lnTo>
                  <a:pt x="8497581" y="0"/>
                </a:lnTo>
                <a:lnTo>
                  <a:pt x="9965762" y="0"/>
                </a:lnTo>
                <a:lnTo>
                  <a:pt x="9239920" y="428860"/>
                </a:lnTo>
                <a:cubicBezTo>
                  <a:pt x="9239291" y="426943"/>
                  <a:pt x="9226754" y="1296564"/>
                  <a:pt x="9228507" y="1285122"/>
                </a:cubicBezTo>
                <a:lnTo>
                  <a:pt x="8498502" y="1717306"/>
                </a:lnTo>
                <a:cubicBezTo>
                  <a:pt x="8497551" y="1866130"/>
                  <a:pt x="8498981" y="1988761"/>
                  <a:pt x="8498030" y="2137585"/>
                </a:cubicBezTo>
                <a:lnTo>
                  <a:pt x="8127804" y="2351048"/>
                </a:lnTo>
                <a:lnTo>
                  <a:pt x="8131128" y="3212071"/>
                </a:lnTo>
                <a:lnTo>
                  <a:pt x="8489447" y="3422681"/>
                </a:lnTo>
                <a:cubicBezTo>
                  <a:pt x="8488496" y="3570397"/>
                  <a:pt x="8499453" y="3708588"/>
                  <a:pt x="8498502" y="3856304"/>
                </a:cubicBezTo>
                <a:lnTo>
                  <a:pt x="8131129" y="4066445"/>
                </a:lnTo>
                <a:cubicBezTo>
                  <a:pt x="8131923" y="4210821"/>
                  <a:pt x="8127954" y="4355196"/>
                  <a:pt x="8128748" y="4499572"/>
                </a:cubicBezTo>
                <a:lnTo>
                  <a:pt x="9236593" y="5138078"/>
                </a:lnTo>
                <a:cubicBezTo>
                  <a:pt x="9234691" y="5278965"/>
                  <a:pt x="9230409" y="5417469"/>
                  <a:pt x="9228507" y="5558356"/>
                </a:cubicBezTo>
                <a:lnTo>
                  <a:pt x="8860639" y="5789456"/>
                </a:lnTo>
                <a:cubicBezTo>
                  <a:pt x="8859688" y="5926845"/>
                  <a:pt x="8858738" y="6064235"/>
                  <a:pt x="8857787" y="6201624"/>
                </a:cubicBezTo>
                <a:lnTo>
                  <a:pt x="8477541" y="6446067"/>
                </a:lnTo>
                <a:lnTo>
                  <a:pt x="8506551" y="6858001"/>
                </a:lnTo>
                <a:lnTo>
                  <a:pt x="2120900" y="6858001"/>
                </a:lnTo>
                <a:lnTo>
                  <a:pt x="929970" y="6858001"/>
                </a:lnTo>
                <a:lnTo>
                  <a:pt x="0" y="6858001"/>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17" name="TextBox 16"/>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lumMod val="50000"/>
                  </a:srgbClr>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endParaRPr>
          </a:p>
        </p:txBody>
      </p:sp>
      <p:sp>
        <p:nvSpPr>
          <p:cNvPr id="2" name="Title 1">
            <a:extLst>
              <a:ext uri="{FF2B5EF4-FFF2-40B4-BE49-F238E27FC236}">
                <a16:creationId xmlns:a16="http://schemas.microsoft.com/office/drawing/2014/main" id="{31BBA778-64E4-9C4C-8806-1A8C377A972B}"/>
              </a:ext>
            </a:extLst>
          </p:cNvPr>
          <p:cNvSpPr>
            <a:spLocks noGrp="1"/>
          </p:cNvSpPr>
          <p:nvPr>
            <p:ph type="title" hasCustomPrompt="1"/>
          </p:nvPr>
        </p:nvSpPr>
        <p:spPr>
          <a:xfrm>
            <a:off x="1496858" y="1496862"/>
            <a:ext cx="3796431" cy="2674307"/>
          </a:xfrm>
        </p:spPr>
        <p:txBody>
          <a:bodyPr lIns="0" tIns="0" rIns="0" bIns="0" anchor="b">
            <a:noAutofit/>
          </a:bodyPr>
          <a:lstStyle>
            <a:lvl1pPr algn="r" rtl="1">
              <a:defRPr sz="2800" b="0">
                <a:solidFill>
                  <a:schemeClr val="tx2"/>
                </a:solidFill>
                <a:latin typeface="+mj-lt"/>
                <a:ea typeface="+mj-ea"/>
                <a:cs typeface="+mj-cs"/>
                <a:sym typeface="+mj-lt"/>
              </a:defRPr>
            </a:lvl1pPr>
          </a:lstStyle>
          <a:p>
            <a:r>
              <a:rPr lang="ar-SA" dirty="0"/>
              <a:t>يذهب عنوان الشريحة هنا</a:t>
            </a:r>
          </a:p>
        </p:txBody>
      </p:sp>
      <p:sp>
        <p:nvSpPr>
          <p:cNvPr id="3" name="Text Placeholder 2">
            <a:extLst>
              <a:ext uri="{FF2B5EF4-FFF2-40B4-BE49-F238E27FC236}">
                <a16:creationId xmlns:a16="http://schemas.microsoft.com/office/drawing/2014/main" id="{F91C9796-CB07-194B-B62D-8AC12B657E13}"/>
              </a:ext>
            </a:extLst>
          </p:cNvPr>
          <p:cNvSpPr>
            <a:spLocks noGrp="1"/>
          </p:cNvSpPr>
          <p:nvPr>
            <p:ph type="body" idx="1" hasCustomPrompt="1"/>
          </p:nvPr>
        </p:nvSpPr>
        <p:spPr>
          <a:xfrm>
            <a:off x="1496858" y="4280984"/>
            <a:ext cx="1679013" cy="1688273"/>
          </a:xfrm>
        </p:spPr>
        <p:txBody>
          <a:bodyPr lIns="0" tIns="0" rIns="0" bIns="0">
            <a:noAutofit/>
          </a:bodyPr>
          <a:lstStyle>
            <a:lvl1pPr marL="0" indent="0" algn="r" rtl="1">
              <a:buNone/>
              <a:defRPr sz="1200">
                <a:solidFill>
                  <a:schemeClr val="tx1"/>
                </a:solidFill>
                <a:latin typeface="+mn-lt"/>
                <a:ea typeface="+mn-ea"/>
                <a:cs typeface="+mn-cs"/>
                <a:sym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dirty="0"/>
              <a:t>العنوان الفرعي المقسم يذهب هنا</a:t>
            </a:r>
          </a:p>
        </p:txBody>
      </p:sp>
      <p:sp>
        <p:nvSpPr>
          <p:cNvPr id="6" name="Text Placeholder 2">
            <a:extLst>
              <a:ext uri="{FF2B5EF4-FFF2-40B4-BE49-F238E27FC236}">
                <a16:creationId xmlns:a16="http://schemas.microsoft.com/office/drawing/2014/main" id="{7940D795-3B71-D04C-A435-56E00A183FAE}"/>
              </a:ext>
            </a:extLst>
          </p:cNvPr>
          <p:cNvSpPr>
            <a:spLocks noGrp="1"/>
          </p:cNvSpPr>
          <p:nvPr>
            <p:ph type="body" idx="11" hasCustomPrompt="1"/>
          </p:nvPr>
        </p:nvSpPr>
        <p:spPr>
          <a:xfrm>
            <a:off x="3614277" y="4280984"/>
            <a:ext cx="1679013" cy="1688273"/>
          </a:xfrm>
        </p:spPr>
        <p:txBody>
          <a:bodyPr lIns="0" tIns="0" rIns="0" bIns="0">
            <a:noAutofit/>
          </a:bodyPr>
          <a:lstStyle>
            <a:lvl1pPr marL="0" indent="0" algn="r" rtl="1">
              <a:buNone/>
              <a:defRPr sz="1200">
                <a:solidFill>
                  <a:schemeClr val="tx1"/>
                </a:solidFill>
                <a:latin typeface="+mn-lt"/>
                <a:ea typeface="+mn-ea"/>
                <a:cs typeface="+mn-cs"/>
                <a:sym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dirty="0"/>
              <a:t>العنوان الفرعي المقسم يذهب هنا</a:t>
            </a:r>
          </a:p>
        </p:txBody>
      </p:sp>
      <p:sp>
        <p:nvSpPr>
          <p:cNvPr id="32" name="Picture Placeholder 31"/>
          <p:cNvSpPr>
            <a:spLocks noGrp="1"/>
          </p:cNvSpPr>
          <p:nvPr>
            <p:ph type="pic" sz="quarter" idx="12"/>
          </p:nvPr>
        </p:nvSpPr>
        <p:spPr>
          <a:xfrm>
            <a:off x="7006150" y="0"/>
            <a:ext cx="5185850" cy="6858000"/>
          </a:xfrm>
          <a:custGeom>
            <a:avLst/>
            <a:gdLst>
              <a:gd name="connsiteX0" fmla="*/ 2956949 w 5185850"/>
              <a:gd name="connsiteY0" fmla="*/ 6426585 h 6858000"/>
              <a:gd name="connsiteX1" fmla="*/ 2597149 w 5185850"/>
              <a:gd name="connsiteY1" fmla="*/ 6635701 h 6858000"/>
              <a:gd name="connsiteX2" fmla="*/ 2956949 w 5185850"/>
              <a:gd name="connsiteY2" fmla="*/ 6841741 h 6858000"/>
              <a:gd name="connsiteX3" fmla="*/ 2221987 w 5185850"/>
              <a:gd name="connsiteY3" fmla="*/ 6004478 h 6858000"/>
              <a:gd name="connsiteX4" fmla="*/ 1862186 w 5185850"/>
              <a:gd name="connsiteY4" fmla="*/ 6210518 h 6858000"/>
              <a:gd name="connsiteX5" fmla="*/ 1865261 w 5185850"/>
              <a:gd name="connsiteY5" fmla="*/ 6625672 h 6858000"/>
              <a:gd name="connsiteX6" fmla="*/ 2225062 w 5185850"/>
              <a:gd name="connsiteY6" fmla="*/ 6419633 h 6858000"/>
              <a:gd name="connsiteX7" fmla="*/ 375419 w 5185850"/>
              <a:gd name="connsiteY7" fmla="*/ 5774782 h 6858000"/>
              <a:gd name="connsiteX8" fmla="*/ 375419 w 5185850"/>
              <a:gd name="connsiteY8" fmla="*/ 6206582 h 6858000"/>
              <a:gd name="connsiteX9" fmla="*/ 7119 w 5185850"/>
              <a:gd name="connsiteY9" fmla="*/ 5993857 h 6858000"/>
              <a:gd name="connsiteX10" fmla="*/ 2956949 w 5185850"/>
              <a:gd name="connsiteY10" fmla="*/ 5143885 h 6858000"/>
              <a:gd name="connsiteX11" fmla="*/ 2597149 w 5185850"/>
              <a:gd name="connsiteY11" fmla="*/ 5353001 h 6858000"/>
              <a:gd name="connsiteX12" fmla="*/ 2956949 w 5185850"/>
              <a:gd name="connsiteY12" fmla="*/ 5559041 h 6858000"/>
              <a:gd name="connsiteX13" fmla="*/ 2230362 w 5185850"/>
              <a:gd name="connsiteY13" fmla="*/ 4715310 h 6858000"/>
              <a:gd name="connsiteX14" fmla="*/ 2230362 w 5185850"/>
              <a:gd name="connsiteY14" fmla="*/ 5133540 h 6858000"/>
              <a:gd name="connsiteX15" fmla="*/ 2585550 w 5185850"/>
              <a:gd name="connsiteY15" fmla="*/ 4924425 h 6858000"/>
              <a:gd name="connsiteX16" fmla="*/ 3325300 w 5185850"/>
              <a:gd name="connsiteY16" fmla="*/ 4073910 h 6858000"/>
              <a:gd name="connsiteX17" fmla="*/ 2968574 w 5185850"/>
              <a:gd name="connsiteY17" fmla="*/ 4283026 h 6858000"/>
              <a:gd name="connsiteX18" fmla="*/ 3325300 w 5185850"/>
              <a:gd name="connsiteY18" fmla="*/ 4489066 h 6858000"/>
              <a:gd name="connsiteX19" fmla="*/ 371475 w 5185850"/>
              <a:gd name="connsiteY19" fmla="*/ 4067174 h 6858000"/>
              <a:gd name="connsiteX20" fmla="*/ 374650 w 5185850"/>
              <a:gd name="connsiteY20" fmla="*/ 4495799 h 6858000"/>
              <a:gd name="connsiteX21" fmla="*/ 3175 w 5185850"/>
              <a:gd name="connsiteY21" fmla="*/ 4708524 h 6858000"/>
              <a:gd name="connsiteX22" fmla="*/ 0 w 5185850"/>
              <a:gd name="connsiteY22" fmla="*/ 4279899 h 6858000"/>
              <a:gd name="connsiteX23" fmla="*/ 2218761 w 5185850"/>
              <a:gd name="connsiteY23" fmla="*/ 3439295 h 6858000"/>
              <a:gd name="connsiteX24" fmla="*/ 1858961 w 5185850"/>
              <a:gd name="connsiteY24" fmla="*/ 3645335 h 6858000"/>
              <a:gd name="connsiteX25" fmla="*/ 1858961 w 5185850"/>
              <a:gd name="connsiteY25" fmla="*/ 4063565 h 6858000"/>
              <a:gd name="connsiteX26" fmla="*/ 2218761 w 5185850"/>
              <a:gd name="connsiteY26" fmla="*/ 4269605 h 6858000"/>
              <a:gd name="connsiteX27" fmla="*/ 376749 w 5185850"/>
              <a:gd name="connsiteY27" fmla="*/ 2781299 h 6858000"/>
              <a:gd name="connsiteX28" fmla="*/ 745049 w 5185850"/>
              <a:gd name="connsiteY28" fmla="*/ 2997199 h 6858000"/>
              <a:gd name="connsiteX29" fmla="*/ 376749 w 5185850"/>
              <a:gd name="connsiteY29" fmla="*/ 3209924 h 6858000"/>
              <a:gd name="connsiteX30" fmla="*/ 741874 w 5185850"/>
              <a:gd name="connsiteY30" fmla="*/ 2143124 h 6858000"/>
              <a:gd name="connsiteX31" fmla="*/ 741874 w 5185850"/>
              <a:gd name="connsiteY31" fmla="*/ 2571749 h 6858000"/>
              <a:gd name="connsiteX32" fmla="*/ 373574 w 5185850"/>
              <a:gd name="connsiteY32" fmla="*/ 2359024 h 6858000"/>
              <a:gd name="connsiteX33" fmla="*/ 1850512 w 5185850"/>
              <a:gd name="connsiteY33" fmla="*/ 1930786 h 6858000"/>
              <a:gd name="connsiteX34" fmla="*/ 1493786 w 5185850"/>
              <a:gd name="connsiteY34" fmla="*/ 2139901 h 6858000"/>
              <a:gd name="connsiteX35" fmla="*/ 1850512 w 5185850"/>
              <a:gd name="connsiteY35" fmla="*/ 2345941 h 6858000"/>
              <a:gd name="connsiteX36" fmla="*/ 2953874 w 5185850"/>
              <a:gd name="connsiteY36" fmla="*/ 442263 h 6858000"/>
              <a:gd name="connsiteX37" fmla="*/ 2600224 w 5185850"/>
              <a:gd name="connsiteY37" fmla="*/ 651379 h 6858000"/>
              <a:gd name="connsiteX38" fmla="*/ 2600224 w 5185850"/>
              <a:gd name="connsiteY38" fmla="*/ 1478615 h 6858000"/>
              <a:gd name="connsiteX39" fmla="*/ 2953874 w 5185850"/>
              <a:gd name="connsiteY39" fmla="*/ 1272575 h 6858000"/>
              <a:gd name="connsiteX40" fmla="*/ 2956178 w 5185850"/>
              <a:gd name="connsiteY40" fmla="*/ 0 h 6858000"/>
              <a:gd name="connsiteX41" fmla="*/ 5185850 w 5185850"/>
              <a:gd name="connsiteY41" fmla="*/ 0 h 6858000"/>
              <a:gd name="connsiteX42" fmla="*/ 5185850 w 5185850"/>
              <a:gd name="connsiteY42" fmla="*/ 6858000 h 6858000"/>
              <a:gd name="connsiteX43" fmla="*/ 1496969 w 5185850"/>
              <a:gd name="connsiteY43" fmla="*/ 6858000 h 6858000"/>
              <a:gd name="connsiteX44" fmla="*/ 1467959 w 5185850"/>
              <a:gd name="connsiteY44" fmla="*/ 6446066 h 6858000"/>
              <a:gd name="connsiteX45" fmla="*/ 1848205 w 5185850"/>
              <a:gd name="connsiteY45" fmla="*/ 6201623 h 6858000"/>
              <a:gd name="connsiteX46" fmla="*/ 1851057 w 5185850"/>
              <a:gd name="connsiteY46" fmla="*/ 5789455 h 6858000"/>
              <a:gd name="connsiteX47" fmla="*/ 2218925 w 5185850"/>
              <a:gd name="connsiteY47" fmla="*/ 5558355 h 6858000"/>
              <a:gd name="connsiteX48" fmla="*/ 2227011 w 5185850"/>
              <a:gd name="connsiteY48" fmla="*/ 5138077 h 6858000"/>
              <a:gd name="connsiteX49" fmla="*/ 1119166 w 5185850"/>
              <a:gd name="connsiteY49" fmla="*/ 4499571 h 6858000"/>
              <a:gd name="connsiteX50" fmla="*/ 1121547 w 5185850"/>
              <a:gd name="connsiteY50" fmla="*/ 4066444 h 6858000"/>
              <a:gd name="connsiteX51" fmla="*/ 1488920 w 5185850"/>
              <a:gd name="connsiteY51" fmla="*/ 3856303 h 6858000"/>
              <a:gd name="connsiteX52" fmla="*/ 1479865 w 5185850"/>
              <a:gd name="connsiteY52" fmla="*/ 3422680 h 6858000"/>
              <a:gd name="connsiteX53" fmla="*/ 1121546 w 5185850"/>
              <a:gd name="connsiteY53" fmla="*/ 3212070 h 6858000"/>
              <a:gd name="connsiteX54" fmla="*/ 1118222 w 5185850"/>
              <a:gd name="connsiteY54" fmla="*/ 2351047 h 6858000"/>
              <a:gd name="connsiteX55" fmla="*/ 1488448 w 5185850"/>
              <a:gd name="connsiteY55" fmla="*/ 2137584 h 6858000"/>
              <a:gd name="connsiteX56" fmla="*/ 1488920 w 5185850"/>
              <a:gd name="connsiteY56" fmla="*/ 1717305 h 6858000"/>
              <a:gd name="connsiteX57" fmla="*/ 2218925 w 5185850"/>
              <a:gd name="connsiteY57" fmla="*/ 1285121 h 6858000"/>
              <a:gd name="connsiteX58" fmla="*/ 2230338 w 5185850"/>
              <a:gd name="connsiteY58" fmla="*/ 428859 h 6858000"/>
              <a:gd name="connsiteX59" fmla="*/ 1487999 w 5185850"/>
              <a:gd name="connsiteY59" fmla="*/ 0 h 6858000"/>
              <a:gd name="connsiteX60" fmla="*/ 1488001 w 5185850"/>
              <a:gd name="connsiteY60" fmla="*/ 0 h 6858000"/>
              <a:gd name="connsiteX61" fmla="*/ 1859474 w 5185850"/>
              <a:gd name="connsiteY61" fmla="*/ 212724 h 6858000"/>
              <a:gd name="connsiteX62" fmla="*/ 1856299 w 5185850"/>
              <a:gd name="connsiteY62" fmla="*/ 641349 h 6858000"/>
              <a:gd name="connsiteX63" fmla="*/ 1484824 w 5185850"/>
              <a:gd name="connsiteY63" fmla="*/ 42862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5185850" h="6858000">
                <a:moveTo>
                  <a:pt x="2956949" y="6426585"/>
                </a:moveTo>
                <a:lnTo>
                  <a:pt x="2597149" y="6635701"/>
                </a:lnTo>
                <a:lnTo>
                  <a:pt x="2956949" y="6841741"/>
                </a:lnTo>
                <a:close/>
                <a:moveTo>
                  <a:pt x="2221987" y="6004478"/>
                </a:moveTo>
                <a:lnTo>
                  <a:pt x="1862186" y="6210518"/>
                </a:lnTo>
                <a:lnTo>
                  <a:pt x="1865261" y="6625672"/>
                </a:lnTo>
                <a:lnTo>
                  <a:pt x="2225062" y="6419633"/>
                </a:lnTo>
                <a:close/>
                <a:moveTo>
                  <a:pt x="375419" y="5774782"/>
                </a:moveTo>
                <a:lnTo>
                  <a:pt x="375419" y="6206582"/>
                </a:lnTo>
                <a:lnTo>
                  <a:pt x="7119" y="5993857"/>
                </a:lnTo>
                <a:close/>
                <a:moveTo>
                  <a:pt x="2956949" y="5143885"/>
                </a:moveTo>
                <a:lnTo>
                  <a:pt x="2597149" y="5353001"/>
                </a:lnTo>
                <a:lnTo>
                  <a:pt x="2956949" y="5559041"/>
                </a:lnTo>
                <a:close/>
                <a:moveTo>
                  <a:pt x="2230362" y="4715310"/>
                </a:moveTo>
                <a:lnTo>
                  <a:pt x="2230362" y="5133540"/>
                </a:lnTo>
                <a:lnTo>
                  <a:pt x="2585550" y="4924425"/>
                </a:lnTo>
                <a:close/>
                <a:moveTo>
                  <a:pt x="3325300" y="4073910"/>
                </a:moveTo>
                <a:lnTo>
                  <a:pt x="2968574" y="4283026"/>
                </a:lnTo>
                <a:lnTo>
                  <a:pt x="3325300" y="4489066"/>
                </a:lnTo>
                <a:close/>
                <a:moveTo>
                  <a:pt x="371475" y="4067174"/>
                </a:moveTo>
                <a:lnTo>
                  <a:pt x="374650" y="4495799"/>
                </a:lnTo>
                <a:lnTo>
                  <a:pt x="3175" y="4708524"/>
                </a:lnTo>
                <a:lnTo>
                  <a:pt x="0" y="4279899"/>
                </a:lnTo>
                <a:close/>
                <a:moveTo>
                  <a:pt x="2218761" y="3439295"/>
                </a:moveTo>
                <a:lnTo>
                  <a:pt x="1858961" y="3645335"/>
                </a:lnTo>
                <a:lnTo>
                  <a:pt x="1858961" y="4063565"/>
                </a:lnTo>
                <a:lnTo>
                  <a:pt x="2218761" y="4269605"/>
                </a:lnTo>
                <a:close/>
                <a:moveTo>
                  <a:pt x="376749" y="2781299"/>
                </a:moveTo>
                <a:lnTo>
                  <a:pt x="745049" y="2997199"/>
                </a:lnTo>
                <a:lnTo>
                  <a:pt x="376749" y="3209924"/>
                </a:lnTo>
                <a:close/>
                <a:moveTo>
                  <a:pt x="741874" y="2143124"/>
                </a:moveTo>
                <a:lnTo>
                  <a:pt x="741874" y="2571749"/>
                </a:lnTo>
                <a:lnTo>
                  <a:pt x="373574" y="2359024"/>
                </a:lnTo>
                <a:close/>
                <a:moveTo>
                  <a:pt x="1850512" y="1930786"/>
                </a:moveTo>
                <a:lnTo>
                  <a:pt x="1493786" y="2139901"/>
                </a:lnTo>
                <a:lnTo>
                  <a:pt x="1850512" y="2345941"/>
                </a:lnTo>
                <a:close/>
                <a:moveTo>
                  <a:pt x="2953874" y="442263"/>
                </a:moveTo>
                <a:lnTo>
                  <a:pt x="2600224" y="651379"/>
                </a:lnTo>
                <a:lnTo>
                  <a:pt x="2600224" y="1478615"/>
                </a:lnTo>
                <a:lnTo>
                  <a:pt x="2953874" y="1272575"/>
                </a:lnTo>
                <a:close/>
                <a:moveTo>
                  <a:pt x="2956178" y="0"/>
                </a:moveTo>
                <a:lnTo>
                  <a:pt x="5185850" y="0"/>
                </a:lnTo>
                <a:lnTo>
                  <a:pt x="5185850" y="6858000"/>
                </a:lnTo>
                <a:lnTo>
                  <a:pt x="1496969" y="6858000"/>
                </a:lnTo>
                <a:lnTo>
                  <a:pt x="1467959" y="6446066"/>
                </a:lnTo>
                <a:lnTo>
                  <a:pt x="1848205" y="6201623"/>
                </a:lnTo>
                <a:cubicBezTo>
                  <a:pt x="1849156" y="6064234"/>
                  <a:pt x="1850106" y="5926844"/>
                  <a:pt x="1851057" y="5789455"/>
                </a:cubicBezTo>
                <a:lnTo>
                  <a:pt x="2218925" y="5558355"/>
                </a:lnTo>
                <a:cubicBezTo>
                  <a:pt x="2220827" y="5417468"/>
                  <a:pt x="2225109" y="5278964"/>
                  <a:pt x="2227011" y="5138077"/>
                </a:cubicBezTo>
                <a:lnTo>
                  <a:pt x="1119166" y="4499571"/>
                </a:lnTo>
                <a:cubicBezTo>
                  <a:pt x="1118372" y="4355195"/>
                  <a:pt x="1122341" y="4210820"/>
                  <a:pt x="1121547" y="4066444"/>
                </a:cubicBezTo>
                <a:lnTo>
                  <a:pt x="1488920" y="3856303"/>
                </a:lnTo>
                <a:cubicBezTo>
                  <a:pt x="1489871" y="3708587"/>
                  <a:pt x="1478914" y="3570396"/>
                  <a:pt x="1479865" y="3422680"/>
                </a:cubicBezTo>
                <a:lnTo>
                  <a:pt x="1121546" y="3212070"/>
                </a:lnTo>
                <a:lnTo>
                  <a:pt x="1118222" y="2351047"/>
                </a:lnTo>
                <a:lnTo>
                  <a:pt x="1488448" y="2137584"/>
                </a:lnTo>
                <a:cubicBezTo>
                  <a:pt x="1489399" y="1988760"/>
                  <a:pt x="1487969" y="1866129"/>
                  <a:pt x="1488920" y="1717305"/>
                </a:cubicBezTo>
                <a:lnTo>
                  <a:pt x="2218925" y="1285121"/>
                </a:lnTo>
                <a:cubicBezTo>
                  <a:pt x="2217172" y="1296563"/>
                  <a:pt x="2229709" y="426942"/>
                  <a:pt x="2230338" y="428859"/>
                </a:cubicBezTo>
                <a:close/>
                <a:moveTo>
                  <a:pt x="1487999" y="0"/>
                </a:moveTo>
                <a:lnTo>
                  <a:pt x="1488001" y="0"/>
                </a:lnTo>
                <a:lnTo>
                  <a:pt x="1859474" y="212724"/>
                </a:lnTo>
                <a:lnTo>
                  <a:pt x="1856299" y="641349"/>
                </a:lnTo>
                <a:lnTo>
                  <a:pt x="1484824" y="428624"/>
                </a:lnTo>
                <a:close/>
              </a:path>
            </a:pathLst>
          </a:custGeom>
        </p:spPr>
        <p:txBody>
          <a:bodyPr wrap="square">
            <a:noAutofit/>
          </a:bodyPr>
          <a:lstStyle/>
          <a:p>
            <a:endParaRPr lang="en-US" dirty="0"/>
          </a:p>
        </p:txBody>
      </p:sp>
      <p:sp>
        <p:nvSpPr>
          <p:cNvPr id="33" name="Freeform 30"/>
          <p:cNvSpPr>
            <a:spLocks/>
          </p:cNvSpPr>
          <p:nvPr userDrawn="1"/>
        </p:nvSpPr>
        <p:spPr bwMode="auto">
          <a:xfrm flipH="1">
            <a:off x="8859274" y="3425825"/>
            <a:ext cx="371475" cy="857250"/>
          </a:xfrm>
          <a:custGeom>
            <a:avLst/>
            <a:gdLst>
              <a:gd name="T0" fmla="*/ 0 w 234"/>
              <a:gd name="T1" fmla="*/ 0 h 540"/>
              <a:gd name="T2" fmla="*/ 0 w 234"/>
              <a:gd name="T3" fmla="*/ 540 h 540"/>
              <a:gd name="T4" fmla="*/ 234 w 234"/>
              <a:gd name="T5" fmla="*/ 406 h 540"/>
              <a:gd name="T6" fmla="*/ 234 w 234"/>
              <a:gd name="T7" fmla="*/ 134 h 540"/>
              <a:gd name="T8" fmla="*/ 0 w 234"/>
              <a:gd name="T9" fmla="*/ 0 h 540"/>
            </a:gdLst>
            <a:ahLst/>
            <a:cxnLst>
              <a:cxn ang="0">
                <a:pos x="T0" y="T1"/>
              </a:cxn>
              <a:cxn ang="0">
                <a:pos x="T2" y="T3"/>
              </a:cxn>
              <a:cxn ang="0">
                <a:pos x="T4" y="T5"/>
              </a:cxn>
              <a:cxn ang="0">
                <a:pos x="T6" y="T7"/>
              </a:cxn>
              <a:cxn ang="0">
                <a:pos x="T8" y="T9"/>
              </a:cxn>
            </a:cxnLst>
            <a:rect l="0" t="0" r="r" b="b"/>
            <a:pathLst>
              <a:path w="234" h="540">
                <a:moveTo>
                  <a:pt x="0" y="0"/>
                </a:moveTo>
                <a:lnTo>
                  <a:pt x="0" y="540"/>
                </a:lnTo>
                <a:lnTo>
                  <a:pt x="234" y="406"/>
                </a:lnTo>
                <a:lnTo>
                  <a:pt x="234" y="134"/>
                </a:lnTo>
                <a:lnTo>
                  <a:pt x="0" y="0"/>
                </a:lnTo>
                <a:close/>
              </a:path>
            </a:pathLst>
          </a:custGeom>
          <a:gradFill>
            <a:gsLst>
              <a:gs pos="100000">
                <a:srgbClr val="149E7C"/>
              </a:gs>
              <a:gs pos="0">
                <a:srgbClr val="1EAE71"/>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34" name="Freeform 31"/>
          <p:cNvSpPr>
            <a:spLocks/>
          </p:cNvSpPr>
          <p:nvPr userDrawn="1"/>
        </p:nvSpPr>
        <p:spPr bwMode="auto">
          <a:xfrm flipH="1">
            <a:off x="7382899" y="3425828"/>
            <a:ext cx="742950" cy="644525"/>
          </a:xfrm>
          <a:custGeom>
            <a:avLst/>
            <a:gdLst>
              <a:gd name="T0" fmla="*/ 2 w 468"/>
              <a:gd name="T1" fmla="*/ 406 h 406"/>
              <a:gd name="T2" fmla="*/ 468 w 468"/>
              <a:gd name="T3" fmla="*/ 134 h 406"/>
              <a:gd name="T4" fmla="*/ 234 w 468"/>
              <a:gd name="T5" fmla="*/ 0 h 406"/>
              <a:gd name="T6" fmla="*/ 0 w 468"/>
              <a:gd name="T7" fmla="*/ 136 h 406"/>
              <a:gd name="T8" fmla="*/ 2 w 468"/>
              <a:gd name="T9" fmla="*/ 406 h 406"/>
            </a:gdLst>
            <a:ahLst/>
            <a:cxnLst>
              <a:cxn ang="0">
                <a:pos x="T0" y="T1"/>
              </a:cxn>
              <a:cxn ang="0">
                <a:pos x="T2" y="T3"/>
              </a:cxn>
              <a:cxn ang="0">
                <a:pos x="T4" y="T5"/>
              </a:cxn>
              <a:cxn ang="0">
                <a:pos x="T6" y="T7"/>
              </a:cxn>
              <a:cxn ang="0">
                <a:pos x="T8" y="T9"/>
              </a:cxn>
            </a:cxnLst>
            <a:rect l="0" t="0" r="r" b="b"/>
            <a:pathLst>
              <a:path w="468" h="406">
                <a:moveTo>
                  <a:pt x="2" y="406"/>
                </a:moveTo>
                <a:lnTo>
                  <a:pt x="468" y="134"/>
                </a:lnTo>
                <a:lnTo>
                  <a:pt x="234" y="0"/>
                </a:lnTo>
                <a:lnTo>
                  <a:pt x="0" y="136"/>
                </a:lnTo>
                <a:lnTo>
                  <a:pt x="2" y="406"/>
                </a:lnTo>
                <a:close/>
              </a:path>
            </a:pathLst>
          </a:custGeom>
          <a:gradFill>
            <a:gsLst>
              <a:gs pos="100000">
                <a:srgbClr val="EE6134"/>
              </a:gs>
              <a:gs pos="0">
                <a:srgbClr val="FF6E35"/>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35" name="Freeform 32"/>
          <p:cNvSpPr>
            <a:spLocks/>
          </p:cNvSpPr>
          <p:nvPr userDrawn="1"/>
        </p:nvSpPr>
        <p:spPr bwMode="auto">
          <a:xfrm flipH="1">
            <a:off x="9968937" y="4067178"/>
            <a:ext cx="368300" cy="428625"/>
          </a:xfrm>
          <a:custGeom>
            <a:avLst/>
            <a:gdLst>
              <a:gd name="T0" fmla="*/ 232 w 232"/>
              <a:gd name="T1" fmla="*/ 136 h 270"/>
              <a:gd name="T2" fmla="*/ 0 w 232"/>
              <a:gd name="T3" fmla="*/ 270 h 270"/>
              <a:gd name="T4" fmla="*/ 0 w 232"/>
              <a:gd name="T5" fmla="*/ 0 h 270"/>
              <a:gd name="T6" fmla="*/ 232 w 232"/>
              <a:gd name="T7" fmla="*/ 136 h 270"/>
            </a:gdLst>
            <a:ahLst/>
            <a:cxnLst>
              <a:cxn ang="0">
                <a:pos x="T0" y="T1"/>
              </a:cxn>
              <a:cxn ang="0">
                <a:pos x="T2" y="T3"/>
              </a:cxn>
              <a:cxn ang="0">
                <a:pos x="T4" y="T5"/>
              </a:cxn>
              <a:cxn ang="0">
                <a:pos x="T6" y="T7"/>
              </a:cxn>
            </a:cxnLst>
            <a:rect l="0" t="0" r="r" b="b"/>
            <a:pathLst>
              <a:path w="232" h="270">
                <a:moveTo>
                  <a:pt x="232" y="136"/>
                </a:moveTo>
                <a:lnTo>
                  <a:pt x="0" y="270"/>
                </a:lnTo>
                <a:lnTo>
                  <a:pt x="0" y="0"/>
                </a:lnTo>
                <a:lnTo>
                  <a:pt x="232" y="136"/>
                </a:lnTo>
                <a:close/>
              </a:path>
            </a:pathLst>
          </a:custGeom>
          <a:gradFill>
            <a:gsLst>
              <a:gs pos="100000">
                <a:srgbClr val="4E498C"/>
              </a:gs>
              <a:gs pos="0">
                <a:srgbClr val="544D93"/>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36" name="Freeform 33"/>
          <p:cNvSpPr>
            <a:spLocks/>
          </p:cNvSpPr>
          <p:nvPr userDrawn="1"/>
        </p:nvSpPr>
        <p:spPr bwMode="auto">
          <a:xfrm flipH="1">
            <a:off x="9230752" y="4708526"/>
            <a:ext cx="366712" cy="431800"/>
          </a:xfrm>
          <a:custGeom>
            <a:avLst/>
            <a:gdLst>
              <a:gd name="T0" fmla="*/ 0 w 231"/>
              <a:gd name="T1" fmla="*/ 136 h 272"/>
              <a:gd name="T2" fmla="*/ 231 w 231"/>
              <a:gd name="T3" fmla="*/ 0 h 272"/>
              <a:gd name="T4" fmla="*/ 231 w 231"/>
              <a:gd name="T5" fmla="*/ 272 h 272"/>
              <a:gd name="T6" fmla="*/ 0 w 231"/>
              <a:gd name="T7" fmla="*/ 136 h 272"/>
            </a:gdLst>
            <a:ahLst/>
            <a:cxnLst>
              <a:cxn ang="0">
                <a:pos x="T0" y="T1"/>
              </a:cxn>
              <a:cxn ang="0">
                <a:pos x="T2" y="T3"/>
              </a:cxn>
              <a:cxn ang="0">
                <a:pos x="T4" y="T5"/>
              </a:cxn>
              <a:cxn ang="0">
                <a:pos x="T6" y="T7"/>
              </a:cxn>
            </a:cxnLst>
            <a:rect l="0" t="0" r="r" b="b"/>
            <a:pathLst>
              <a:path w="231" h="272">
                <a:moveTo>
                  <a:pt x="0" y="136"/>
                </a:moveTo>
                <a:lnTo>
                  <a:pt x="231" y="0"/>
                </a:lnTo>
                <a:lnTo>
                  <a:pt x="231" y="272"/>
                </a:lnTo>
                <a:lnTo>
                  <a:pt x="0" y="136"/>
                </a:lnTo>
                <a:close/>
              </a:path>
            </a:pathLst>
          </a:custGeom>
          <a:gradFill>
            <a:gsLst>
              <a:gs pos="100000">
                <a:srgbClr val="A64D40"/>
              </a:gs>
              <a:gs pos="0">
                <a:srgbClr val="BB533D"/>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37" name="Freeform 34"/>
          <p:cNvSpPr>
            <a:spLocks/>
          </p:cNvSpPr>
          <p:nvPr userDrawn="1"/>
        </p:nvSpPr>
        <p:spPr bwMode="auto">
          <a:xfrm flipH="1">
            <a:off x="7751199" y="1282702"/>
            <a:ext cx="371475" cy="428625"/>
          </a:xfrm>
          <a:custGeom>
            <a:avLst/>
            <a:gdLst>
              <a:gd name="T0" fmla="*/ 0 w 234"/>
              <a:gd name="T1" fmla="*/ 134 h 270"/>
              <a:gd name="T2" fmla="*/ 234 w 234"/>
              <a:gd name="T3" fmla="*/ 0 h 270"/>
              <a:gd name="T4" fmla="*/ 234 w 234"/>
              <a:gd name="T5" fmla="*/ 270 h 270"/>
              <a:gd name="T6" fmla="*/ 0 w 234"/>
              <a:gd name="T7" fmla="*/ 134 h 270"/>
            </a:gdLst>
            <a:ahLst/>
            <a:cxnLst>
              <a:cxn ang="0">
                <a:pos x="T0" y="T1"/>
              </a:cxn>
              <a:cxn ang="0">
                <a:pos x="T2" y="T3"/>
              </a:cxn>
              <a:cxn ang="0">
                <a:pos x="T4" y="T5"/>
              </a:cxn>
              <a:cxn ang="0">
                <a:pos x="T6" y="T7"/>
              </a:cxn>
            </a:cxnLst>
            <a:rect l="0" t="0" r="r" b="b"/>
            <a:pathLst>
              <a:path w="234" h="270">
                <a:moveTo>
                  <a:pt x="0" y="134"/>
                </a:moveTo>
                <a:lnTo>
                  <a:pt x="234" y="0"/>
                </a:lnTo>
                <a:lnTo>
                  <a:pt x="234" y="270"/>
                </a:lnTo>
                <a:lnTo>
                  <a:pt x="0" y="134"/>
                </a:lnTo>
                <a:close/>
              </a:path>
            </a:pathLst>
          </a:custGeom>
          <a:gradFill>
            <a:gsLst>
              <a:gs pos="100000">
                <a:srgbClr val="96CC65"/>
              </a:gs>
              <a:gs pos="0">
                <a:srgbClr val="87C227"/>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38" name="Freeform 35"/>
          <p:cNvSpPr>
            <a:spLocks/>
          </p:cNvSpPr>
          <p:nvPr userDrawn="1"/>
        </p:nvSpPr>
        <p:spPr bwMode="auto">
          <a:xfrm flipH="1">
            <a:off x="8494149" y="1924053"/>
            <a:ext cx="368300" cy="428625"/>
          </a:xfrm>
          <a:custGeom>
            <a:avLst/>
            <a:gdLst>
              <a:gd name="T0" fmla="*/ 232 w 232"/>
              <a:gd name="T1" fmla="*/ 136 h 270"/>
              <a:gd name="T2" fmla="*/ 0 w 232"/>
              <a:gd name="T3" fmla="*/ 270 h 270"/>
              <a:gd name="T4" fmla="*/ 0 w 232"/>
              <a:gd name="T5" fmla="*/ 0 h 270"/>
              <a:gd name="T6" fmla="*/ 232 w 232"/>
              <a:gd name="T7" fmla="*/ 136 h 270"/>
            </a:gdLst>
            <a:ahLst/>
            <a:cxnLst>
              <a:cxn ang="0">
                <a:pos x="T0" y="T1"/>
              </a:cxn>
              <a:cxn ang="0">
                <a:pos x="T2" y="T3"/>
              </a:cxn>
              <a:cxn ang="0">
                <a:pos x="T4" y="T5"/>
              </a:cxn>
              <a:cxn ang="0">
                <a:pos x="T6" y="T7"/>
              </a:cxn>
            </a:cxnLst>
            <a:rect l="0" t="0" r="r" b="b"/>
            <a:pathLst>
              <a:path w="232" h="270">
                <a:moveTo>
                  <a:pt x="232" y="136"/>
                </a:moveTo>
                <a:lnTo>
                  <a:pt x="0" y="270"/>
                </a:lnTo>
                <a:lnTo>
                  <a:pt x="0" y="0"/>
                </a:lnTo>
                <a:lnTo>
                  <a:pt x="232" y="136"/>
                </a:lnTo>
                <a:close/>
              </a:path>
            </a:pathLst>
          </a:custGeom>
          <a:gradFill>
            <a:gsLst>
              <a:gs pos="100000">
                <a:srgbClr val="FF9441"/>
              </a:gs>
              <a:gs pos="0">
                <a:srgbClr val="FE9541"/>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39" name="Freeform 36"/>
          <p:cNvSpPr>
            <a:spLocks/>
          </p:cNvSpPr>
          <p:nvPr userDrawn="1"/>
        </p:nvSpPr>
        <p:spPr bwMode="auto">
          <a:xfrm flipH="1">
            <a:off x="9597463" y="5137153"/>
            <a:ext cx="371475" cy="428625"/>
          </a:xfrm>
          <a:custGeom>
            <a:avLst/>
            <a:gdLst>
              <a:gd name="T0" fmla="*/ 234 w 234"/>
              <a:gd name="T1" fmla="*/ 136 h 270"/>
              <a:gd name="T2" fmla="*/ 0 w 234"/>
              <a:gd name="T3" fmla="*/ 270 h 270"/>
              <a:gd name="T4" fmla="*/ 0 w 234"/>
              <a:gd name="T5" fmla="*/ 0 h 270"/>
              <a:gd name="T6" fmla="*/ 234 w 234"/>
              <a:gd name="T7" fmla="*/ 136 h 270"/>
            </a:gdLst>
            <a:ahLst/>
            <a:cxnLst>
              <a:cxn ang="0">
                <a:pos x="T0" y="T1"/>
              </a:cxn>
              <a:cxn ang="0">
                <a:pos x="T2" y="T3"/>
              </a:cxn>
              <a:cxn ang="0">
                <a:pos x="T4" y="T5"/>
              </a:cxn>
              <a:cxn ang="0">
                <a:pos x="T6" y="T7"/>
              </a:cxn>
            </a:cxnLst>
            <a:rect l="0" t="0" r="r" b="b"/>
            <a:pathLst>
              <a:path w="234" h="270">
                <a:moveTo>
                  <a:pt x="234" y="136"/>
                </a:moveTo>
                <a:lnTo>
                  <a:pt x="0" y="270"/>
                </a:lnTo>
                <a:lnTo>
                  <a:pt x="0" y="0"/>
                </a:lnTo>
                <a:lnTo>
                  <a:pt x="234" y="136"/>
                </a:lnTo>
                <a:close/>
              </a:path>
            </a:pathLst>
          </a:custGeom>
          <a:gradFill>
            <a:gsLst>
              <a:gs pos="100000">
                <a:srgbClr val="1E6B74"/>
              </a:gs>
              <a:gs pos="0">
                <a:srgbClr val="1B7372"/>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40" name="Freeform 37"/>
          <p:cNvSpPr>
            <a:spLocks/>
          </p:cNvSpPr>
          <p:nvPr userDrawn="1"/>
        </p:nvSpPr>
        <p:spPr bwMode="auto">
          <a:xfrm flipH="1">
            <a:off x="7386074" y="4708526"/>
            <a:ext cx="368300" cy="431800"/>
          </a:xfrm>
          <a:custGeom>
            <a:avLst/>
            <a:gdLst>
              <a:gd name="T0" fmla="*/ 232 w 232"/>
              <a:gd name="T1" fmla="*/ 138 h 272"/>
              <a:gd name="T2" fmla="*/ 0 w 232"/>
              <a:gd name="T3" fmla="*/ 272 h 272"/>
              <a:gd name="T4" fmla="*/ 0 w 232"/>
              <a:gd name="T5" fmla="*/ 0 h 272"/>
              <a:gd name="T6" fmla="*/ 232 w 232"/>
              <a:gd name="T7" fmla="*/ 138 h 272"/>
            </a:gdLst>
            <a:ahLst/>
            <a:cxnLst>
              <a:cxn ang="0">
                <a:pos x="T0" y="T1"/>
              </a:cxn>
              <a:cxn ang="0">
                <a:pos x="T2" y="T3"/>
              </a:cxn>
              <a:cxn ang="0">
                <a:pos x="T4" y="T5"/>
              </a:cxn>
              <a:cxn ang="0">
                <a:pos x="T6" y="T7"/>
              </a:cxn>
            </a:cxnLst>
            <a:rect l="0" t="0" r="r" b="b"/>
            <a:pathLst>
              <a:path w="232" h="272">
                <a:moveTo>
                  <a:pt x="232" y="138"/>
                </a:moveTo>
                <a:lnTo>
                  <a:pt x="0" y="272"/>
                </a:lnTo>
                <a:lnTo>
                  <a:pt x="0" y="0"/>
                </a:lnTo>
                <a:lnTo>
                  <a:pt x="232" y="138"/>
                </a:lnTo>
                <a:close/>
              </a:path>
            </a:pathLst>
          </a:custGeom>
          <a:gradFill>
            <a:gsLst>
              <a:gs pos="100000">
                <a:srgbClr val="484484"/>
              </a:gs>
              <a:gs pos="0">
                <a:srgbClr val="4F498C"/>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41" name="Freeform 38"/>
          <p:cNvSpPr>
            <a:spLocks/>
          </p:cNvSpPr>
          <p:nvPr userDrawn="1"/>
        </p:nvSpPr>
        <p:spPr bwMode="auto">
          <a:xfrm flipH="1">
            <a:off x="9597463" y="6419853"/>
            <a:ext cx="371475" cy="428625"/>
          </a:xfrm>
          <a:custGeom>
            <a:avLst/>
            <a:gdLst>
              <a:gd name="T0" fmla="*/ 234 w 234"/>
              <a:gd name="T1" fmla="*/ 136 h 270"/>
              <a:gd name="T2" fmla="*/ 0 w 234"/>
              <a:gd name="T3" fmla="*/ 270 h 270"/>
              <a:gd name="T4" fmla="*/ 0 w 234"/>
              <a:gd name="T5" fmla="*/ 0 h 270"/>
              <a:gd name="T6" fmla="*/ 234 w 234"/>
              <a:gd name="T7" fmla="*/ 136 h 270"/>
            </a:gdLst>
            <a:ahLst/>
            <a:cxnLst>
              <a:cxn ang="0">
                <a:pos x="T0" y="T1"/>
              </a:cxn>
              <a:cxn ang="0">
                <a:pos x="T2" y="T3"/>
              </a:cxn>
              <a:cxn ang="0">
                <a:pos x="T4" y="T5"/>
              </a:cxn>
              <a:cxn ang="0">
                <a:pos x="T6" y="T7"/>
              </a:cxn>
            </a:cxnLst>
            <a:rect l="0" t="0" r="r" b="b"/>
            <a:pathLst>
              <a:path w="234" h="270">
                <a:moveTo>
                  <a:pt x="234" y="136"/>
                </a:moveTo>
                <a:lnTo>
                  <a:pt x="0" y="270"/>
                </a:lnTo>
                <a:lnTo>
                  <a:pt x="0" y="0"/>
                </a:lnTo>
                <a:lnTo>
                  <a:pt x="234" y="136"/>
                </a:lnTo>
                <a:close/>
              </a:path>
            </a:pathLst>
          </a:custGeom>
          <a:gradFill>
            <a:gsLst>
              <a:gs pos="100000">
                <a:srgbClr val="353055"/>
              </a:gs>
              <a:gs pos="0">
                <a:srgbClr val="48324D"/>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42" name="Freeform 39"/>
          <p:cNvSpPr>
            <a:spLocks/>
          </p:cNvSpPr>
          <p:nvPr userDrawn="1"/>
        </p:nvSpPr>
        <p:spPr bwMode="auto">
          <a:xfrm flipH="1">
            <a:off x="7754374" y="6207127"/>
            <a:ext cx="368300" cy="428625"/>
          </a:xfrm>
          <a:custGeom>
            <a:avLst/>
            <a:gdLst>
              <a:gd name="T0" fmla="*/ 232 w 232"/>
              <a:gd name="T1" fmla="*/ 136 h 270"/>
              <a:gd name="T2" fmla="*/ 0 w 232"/>
              <a:gd name="T3" fmla="*/ 270 h 270"/>
              <a:gd name="T4" fmla="*/ 0 w 232"/>
              <a:gd name="T5" fmla="*/ 0 h 270"/>
              <a:gd name="T6" fmla="*/ 232 w 232"/>
              <a:gd name="T7" fmla="*/ 136 h 270"/>
            </a:gdLst>
            <a:ahLst/>
            <a:cxnLst>
              <a:cxn ang="0">
                <a:pos x="T0" y="T1"/>
              </a:cxn>
              <a:cxn ang="0">
                <a:pos x="T2" y="T3"/>
              </a:cxn>
              <a:cxn ang="0">
                <a:pos x="T4" y="T5"/>
              </a:cxn>
              <a:cxn ang="0">
                <a:pos x="T6" y="T7"/>
              </a:cxn>
            </a:cxnLst>
            <a:rect l="0" t="0" r="r" b="b"/>
            <a:pathLst>
              <a:path w="232" h="270">
                <a:moveTo>
                  <a:pt x="232" y="136"/>
                </a:moveTo>
                <a:lnTo>
                  <a:pt x="0" y="270"/>
                </a:lnTo>
                <a:lnTo>
                  <a:pt x="0" y="0"/>
                </a:lnTo>
                <a:lnTo>
                  <a:pt x="232" y="136"/>
                </a:lnTo>
                <a:close/>
              </a:path>
            </a:pathLst>
          </a:custGeom>
          <a:gradFill>
            <a:gsLst>
              <a:gs pos="100000">
                <a:srgbClr val="2C2F5E"/>
              </a:gs>
              <a:gs pos="0">
                <a:srgbClr val="303265"/>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43" name="Freeform 40"/>
          <p:cNvSpPr>
            <a:spLocks/>
          </p:cNvSpPr>
          <p:nvPr userDrawn="1"/>
        </p:nvSpPr>
        <p:spPr bwMode="auto">
          <a:xfrm flipH="1">
            <a:off x="7751199" y="5565778"/>
            <a:ext cx="371475" cy="428625"/>
          </a:xfrm>
          <a:custGeom>
            <a:avLst/>
            <a:gdLst>
              <a:gd name="T0" fmla="*/ 0 w 234"/>
              <a:gd name="T1" fmla="*/ 136 h 270"/>
              <a:gd name="T2" fmla="*/ 234 w 234"/>
              <a:gd name="T3" fmla="*/ 270 h 270"/>
              <a:gd name="T4" fmla="*/ 234 w 234"/>
              <a:gd name="T5" fmla="*/ 0 h 270"/>
              <a:gd name="T6" fmla="*/ 0 w 234"/>
              <a:gd name="T7" fmla="*/ 136 h 270"/>
            </a:gdLst>
            <a:ahLst/>
            <a:cxnLst>
              <a:cxn ang="0">
                <a:pos x="T0" y="T1"/>
              </a:cxn>
              <a:cxn ang="0">
                <a:pos x="T2" y="T3"/>
              </a:cxn>
              <a:cxn ang="0">
                <a:pos x="T4" y="T5"/>
              </a:cxn>
              <a:cxn ang="0">
                <a:pos x="T6" y="T7"/>
              </a:cxn>
            </a:cxnLst>
            <a:rect l="0" t="0" r="r" b="b"/>
            <a:pathLst>
              <a:path w="234" h="270">
                <a:moveTo>
                  <a:pt x="0" y="136"/>
                </a:moveTo>
                <a:lnTo>
                  <a:pt x="234" y="270"/>
                </a:lnTo>
                <a:lnTo>
                  <a:pt x="234" y="0"/>
                </a:lnTo>
                <a:lnTo>
                  <a:pt x="0" y="136"/>
                </a:lnTo>
                <a:close/>
              </a:path>
            </a:pathLst>
          </a:custGeom>
          <a:gradFill>
            <a:gsLst>
              <a:gs pos="100000">
                <a:srgbClr val="7C535D"/>
              </a:gs>
              <a:gs pos="0">
                <a:srgbClr val="824345"/>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44" name="Freeform 41"/>
          <p:cNvSpPr>
            <a:spLocks/>
          </p:cNvSpPr>
          <p:nvPr userDrawn="1"/>
        </p:nvSpPr>
        <p:spPr bwMode="auto">
          <a:xfrm flipH="1">
            <a:off x="8862449" y="5994401"/>
            <a:ext cx="374650" cy="641350"/>
          </a:xfrm>
          <a:custGeom>
            <a:avLst/>
            <a:gdLst>
              <a:gd name="T0" fmla="*/ 2 w 236"/>
              <a:gd name="T1" fmla="*/ 0 h 404"/>
              <a:gd name="T2" fmla="*/ 0 w 236"/>
              <a:gd name="T3" fmla="*/ 270 h 404"/>
              <a:gd name="T4" fmla="*/ 234 w 236"/>
              <a:gd name="T5" fmla="*/ 404 h 404"/>
              <a:gd name="T6" fmla="*/ 236 w 236"/>
              <a:gd name="T7" fmla="*/ 134 h 404"/>
              <a:gd name="T8" fmla="*/ 2 w 236"/>
              <a:gd name="T9" fmla="*/ 0 h 404"/>
            </a:gdLst>
            <a:ahLst/>
            <a:cxnLst>
              <a:cxn ang="0">
                <a:pos x="T0" y="T1"/>
              </a:cxn>
              <a:cxn ang="0">
                <a:pos x="T2" y="T3"/>
              </a:cxn>
              <a:cxn ang="0">
                <a:pos x="T4" y="T5"/>
              </a:cxn>
              <a:cxn ang="0">
                <a:pos x="T6" y="T7"/>
              </a:cxn>
              <a:cxn ang="0">
                <a:pos x="T8" y="T9"/>
              </a:cxn>
            </a:cxnLst>
            <a:rect l="0" t="0" r="r" b="b"/>
            <a:pathLst>
              <a:path w="236" h="404">
                <a:moveTo>
                  <a:pt x="2" y="0"/>
                </a:moveTo>
                <a:lnTo>
                  <a:pt x="0" y="270"/>
                </a:lnTo>
                <a:lnTo>
                  <a:pt x="234" y="404"/>
                </a:lnTo>
                <a:lnTo>
                  <a:pt x="236" y="134"/>
                </a:lnTo>
                <a:lnTo>
                  <a:pt x="2" y="0"/>
                </a:lnTo>
                <a:close/>
              </a:path>
            </a:pathLst>
          </a:custGeom>
          <a:gradFill>
            <a:gsLst>
              <a:gs pos="100000">
                <a:srgbClr val="2C2F5E"/>
              </a:gs>
              <a:gs pos="0">
                <a:srgbClr val="36366B"/>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45" name="Freeform 42"/>
          <p:cNvSpPr>
            <a:spLocks/>
          </p:cNvSpPr>
          <p:nvPr userDrawn="1"/>
        </p:nvSpPr>
        <p:spPr bwMode="auto">
          <a:xfrm flipH="1">
            <a:off x="8119501" y="854077"/>
            <a:ext cx="739775" cy="428625"/>
          </a:xfrm>
          <a:custGeom>
            <a:avLst/>
            <a:gdLst>
              <a:gd name="T0" fmla="*/ 466 w 466"/>
              <a:gd name="T1" fmla="*/ 136 h 270"/>
              <a:gd name="T2" fmla="*/ 232 w 466"/>
              <a:gd name="T3" fmla="*/ 270 h 270"/>
              <a:gd name="T4" fmla="*/ 0 w 466"/>
              <a:gd name="T5" fmla="*/ 136 h 270"/>
              <a:gd name="T6" fmla="*/ 232 w 466"/>
              <a:gd name="T7" fmla="*/ 0 h 270"/>
              <a:gd name="T8" fmla="*/ 466 w 466"/>
              <a:gd name="T9" fmla="*/ 136 h 270"/>
            </a:gdLst>
            <a:ahLst/>
            <a:cxnLst>
              <a:cxn ang="0">
                <a:pos x="T0" y="T1"/>
              </a:cxn>
              <a:cxn ang="0">
                <a:pos x="T2" y="T3"/>
              </a:cxn>
              <a:cxn ang="0">
                <a:pos x="T4" y="T5"/>
              </a:cxn>
              <a:cxn ang="0">
                <a:pos x="T6" y="T7"/>
              </a:cxn>
              <a:cxn ang="0">
                <a:pos x="T8" y="T9"/>
              </a:cxn>
            </a:cxnLst>
            <a:rect l="0" t="0" r="r" b="b"/>
            <a:pathLst>
              <a:path w="466" h="270">
                <a:moveTo>
                  <a:pt x="466" y="136"/>
                </a:moveTo>
                <a:lnTo>
                  <a:pt x="232" y="270"/>
                </a:lnTo>
                <a:lnTo>
                  <a:pt x="0" y="136"/>
                </a:lnTo>
                <a:lnTo>
                  <a:pt x="232" y="0"/>
                </a:lnTo>
                <a:lnTo>
                  <a:pt x="466" y="136"/>
                </a:lnTo>
                <a:close/>
              </a:path>
            </a:pathLst>
          </a:custGeom>
          <a:gradFill>
            <a:gsLst>
              <a:gs pos="100000">
                <a:srgbClr val="60AEEA"/>
              </a:gs>
              <a:gs pos="0">
                <a:srgbClr val="65BDF4"/>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46" name="Freeform 43"/>
          <p:cNvSpPr>
            <a:spLocks/>
          </p:cNvSpPr>
          <p:nvPr userDrawn="1"/>
        </p:nvSpPr>
        <p:spPr bwMode="auto">
          <a:xfrm flipH="1">
            <a:off x="8119501" y="5137153"/>
            <a:ext cx="739775" cy="428625"/>
          </a:xfrm>
          <a:custGeom>
            <a:avLst/>
            <a:gdLst>
              <a:gd name="T0" fmla="*/ 466 w 466"/>
              <a:gd name="T1" fmla="*/ 134 h 270"/>
              <a:gd name="T2" fmla="*/ 232 w 466"/>
              <a:gd name="T3" fmla="*/ 270 h 270"/>
              <a:gd name="T4" fmla="*/ 0 w 466"/>
              <a:gd name="T5" fmla="*/ 134 h 270"/>
              <a:gd name="T6" fmla="*/ 232 w 466"/>
              <a:gd name="T7" fmla="*/ 0 h 270"/>
              <a:gd name="T8" fmla="*/ 466 w 466"/>
              <a:gd name="T9" fmla="*/ 134 h 270"/>
            </a:gdLst>
            <a:ahLst/>
            <a:cxnLst>
              <a:cxn ang="0">
                <a:pos x="T0" y="T1"/>
              </a:cxn>
              <a:cxn ang="0">
                <a:pos x="T2" y="T3"/>
              </a:cxn>
              <a:cxn ang="0">
                <a:pos x="T4" y="T5"/>
              </a:cxn>
              <a:cxn ang="0">
                <a:pos x="T6" y="T7"/>
              </a:cxn>
              <a:cxn ang="0">
                <a:pos x="T8" y="T9"/>
              </a:cxn>
            </a:cxnLst>
            <a:rect l="0" t="0" r="r" b="b"/>
            <a:pathLst>
              <a:path w="466" h="270">
                <a:moveTo>
                  <a:pt x="466" y="134"/>
                </a:moveTo>
                <a:lnTo>
                  <a:pt x="232" y="270"/>
                </a:lnTo>
                <a:lnTo>
                  <a:pt x="0" y="134"/>
                </a:lnTo>
                <a:lnTo>
                  <a:pt x="232" y="0"/>
                </a:lnTo>
                <a:lnTo>
                  <a:pt x="466" y="134"/>
                </a:lnTo>
                <a:close/>
              </a:path>
            </a:pathLst>
          </a:custGeom>
          <a:gradFill>
            <a:gsLst>
              <a:gs pos="100000">
                <a:srgbClr val="1D6871"/>
              </a:gs>
              <a:gs pos="0">
                <a:srgbClr val="1B7473"/>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47" name="Freeform 44"/>
          <p:cNvSpPr>
            <a:spLocks/>
          </p:cNvSpPr>
          <p:nvPr userDrawn="1"/>
        </p:nvSpPr>
        <p:spPr bwMode="auto">
          <a:xfrm flipH="1">
            <a:off x="9600640" y="425453"/>
            <a:ext cx="365125" cy="1069975"/>
          </a:xfrm>
          <a:custGeom>
            <a:avLst/>
            <a:gdLst>
              <a:gd name="T0" fmla="*/ 230 w 230"/>
              <a:gd name="T1" fmla="*/ 674 h 674"/>
              <a:gd name="T2" fmla="*/ 0 w 230"/>
              <a:gd name="T3" fmla="*/ 540 h 674"/>
              <a:gd name="T4" fmla="*/ 0 w 230"/>
              <a:gd name="T5" fmla="*/ 0 h 674"/>
              <a:gd name="T6" fmla="*/ 230 w 230"/>
              <a:gd name="T7" fmla="*/ 136 h 674"/>
              <a:gd name="T8" fmla="*/ 230 w 230"/>
              <a:gd name="T9" fmla="*/ 674 h 674"/>
            </a:gdLst>
            <a:ahLst/>
            <a:cxnLst>
              <a:cxn ang="0">
                <a:pos x="T0" y="T1"/>
              </a:cxn>
              <a:cxn ang="0">
                <a:pos x="T2" y="T3"/>
              </a:cxn>
              <a:cxn ang="0">
                <a:pos x="T4" y="T5"/>
              </a:cxn>
              <a:cxn ang="0">
                <a:pos x="T6" y="T7"/>
              </a:cxn>
              <a:cxn ang="0">
                <a:pos x="T8" y="T9"/>
              </a:cxn>
            </a:cxnLst>
            <a:rect l="0" t="0" r="r" b="b"/>
            <a:pathLst>
              <a:path w="230" h="674">
                <a:moveTo>
                  <a:pt x="230" y="674"/>
                </a:moveTo>
                <a:lnTo>
                  <a:pt x="0" y="540"/>
                </a:lnTo>
                <a:lnTo>
                  <a:pt x="0" y="0"/>
                </a:lnTo>
                <a:lnTo>
                  <a:pt x="230" y="136"/>
                </a:lnTo>
                <a:lnTo>
                  <a:pt x="230" y="674"/>
                </a:lnTo>
                <a:close/>
              </a:path>
            </a:pathLst>
          </a:custGeom>
          <a:gradFill>
            <a:gsLst>
              <a:gs pos="100000">
                <a:srgbClr val="FFAC49"/>
              </a:gs>
              <a:gs pos="0">
                <a:srgbClr val="FDBD4D"/>
              </a:gs>
            </a:gsLst>
            <a:lin ang="5400000" scaled="1"/>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Tree>
    <p:extLst>
      <p:ext uri="{BB962C8B-B14F-4D97-AF65-F5344CB8AC3E}">
        <p14:creationId xmlns:p14="http://schemas.microsoft.com/office/powerpoint/2010/main" val="3582129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8"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
        <p:nvSpPr>
          <p:cNvPr id="5" name="Title 4"/>
          <p:cNvSpPr>
            <a:spLocks noGrp="1"/>
          </p:cNvSpPr>
          <p:nvPr>
            <p:ph type="title" hasCustomPrompt="1"/>
          </p:nvPr>
        </p:nvSpPr>
        <p:spPr>
          <a:xfrm>
            <a:off x="731839" y="512766"/>
            <a:ext cx="10424310" cy="909637"/>
          </a:xfrm>
          <a:prstGeom prst="rect">
            <a:avLst/>
          </a:prstGeom>
        </p:spPr>
        <p:txBody>
          <a:bodyPr vert="horz" wrap="square" lIns="0" tIns="0" rIns="0" bIns="0" anchor="t" anchorCtr="0">
            <a:noAutofit/>
          </a:bodyPr>
          <a:lstStyle>
            <a:lvl1pPr marL="0" indent="0" algn="r">
              <a:lnSpc>
                <a:spcPct val="90000"/>
              </a:lnSpc>
              <a:spcBef>
                <a:spcPct val="0"/>
              </a:spcBef>
              <a:spcAft>
                <a:spcPts val="0"/>
              </a:spcAft>
              <a:defRPr sz="3400" b="0" i="0" u="none" kern="1200" spc="0">
                <a:solidFill>
                  <a:schemeClr val="tx2"/>
                </a:solidFill>
                <a:latin typeface="+mj-lt"/>
                <a:ea typeface="+mj-ea"/>
                <a:cs typeface="+mj-cs"/>
                <a:sym typeface="+mj-lt"/>
              </a:defRPr>
            </a:lvl1pPr>
          </a:lstStyle>
          <a:p>
            <a:pPr lvl="0"/>
            <a:r>
              <a:rPr lang="ar-KW" dirty="0"/>
              <a:t>عنوان</a:t>
            </a:r>
            <a:endParaRPr lang="en-US" dirty="0"/>
          </a:p>
        </p:txBody>
      </p:sp>
      <p:grpSp>
        <p:nvGrpSpPr>
          <p:cNvPr id="9" name="Group 8"/>
          <p:cNvGrpSpPr/>
          <p:nvPr/>
        </p:nvGrpSpPr>
        <p:grpSpPr>
          <a:xfrm flipH="1">
            <a:off x="11228599" y="558346"/>
            <a:ext cx="669505" cy="835189"/>
            <a:chOff x="324330" y="584804"/>
            <a:chExt cx="608641" cy="759263"/>
          </a:xfrm>
        </p:grpSpPr>
        <p:sp>
          <p:nvSpPr>
            <p:cNvPr id="10" name="Parallelogram 9"/>
            <p:cNvSpPr/>
            <p:nvPr/>
          </p:nvSpPr>
          <p:spPr>
            <a:xfrm rot="5400000">
              <a:off x="249018" y="790981"/>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11" name="Rectangle 10"/>
            <p:cNvSpPr/>
            <p:nvPr/>
          </p:nvSpPr>
          <p:spPr>
            <a:xfrm rot="8954161" flipH="1" flipV="1">
              <a:off x="324330" y="904674"/>
              <a:ext cx="608641" cy="112731"/>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Tree>
    <p:extLst>
      <p:ext uri="{BB962C8B-B14F-4D97-AF65-F5344CB8AC3E}">
        <p14:creationId xmlns:p14="http://schemas.microsoft.com/office/powerpoint/2010/main" val="32265324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8"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
        <p:nvSpPr>
          <p:cNvPr id="11" name="Text Placeholder 3"/>
          <p:cNvSpPr>
            <a:spLocks noGrp="1"/>
          </p:cNvSpPr>
          <p:nvPr>
            <p:ph idx="1" hasCustomPrompt="1"/>
          </p:nvPr>
        </p:nvSpPr>
        <p:spPr>
          <a:xfrm>
            <a:off x="695327" y="1959430"/>
            <a:ext cx="10764837" cy="3978184"/>
          </a:xfrm>
          <a:prstGeom prst="rect">
            <a:avLst/>
          </a:prstGeom>
        </p:spPr>
        <p:txBody>
          <a:bodyPr vert="horz" lIns="0" tIns="0" rIns="0" bIns="0" rtlCol="0">
            <a:noAutofit/>
          </a:bodyPr>
          <a:lstStyle>
            <a:lvl1pPr algn="r" rtl="0">
              <a:defRPr sz="1400">
                <a:solidFill>
                  <a:schemeClr val="tx1"/>
                </a:solidFill>
                <a:latin typeface="+mn-lt"/>
                <a:ea typeface="+mn-ea"/>
                <a:cs typeface="+mn-cs"/>
                <a:sym typeface="+mn-lt"/>
              </a:defRPr>
            </a:lvl1pPr>
            <a:lvl2pPr>
              <a:defRPr sz="1400">
                <a:latin typeface="+mn-lt"/>
                <a:ea typeface="+mn-ea"/>
                <a:cs typeface="+mn-cs"/>
                <a:sym typeface="+mn-lt"/>
              </a:defRPr>
            </a:lvl2pPr>
            <a:lvl3pPr>
              <a:defRPr sz="1400">
                <a:latin typeface="+mn-lt"/>
                <a:ea typeface="+mn-ea"/>
                <a:cs typeface="+mn-cs"/>
                <a:sym typeface="+mn-lt"/>
              </a:defRPr>
            </a:lvl3pPr>
          </a:lstStyle>
          <a:p>
            <a:pPr lvl="0"/>
            <a:r>
              <a:rPr lang="ar-SA" dirty="0"/>
              <a:t>تحرير أنماط النص ماجستير</a:t>
            </a:r>
          </a:p>
        </p:txBody>
      </p:sp>
      <p:sp>
        <p:nvSpPr>
          <p:cNvPr id="9" name="Title 4"/>
          <p:cNvSpPr>
            <a:spLocks noGrp="1"/>
          </p:cNvSpPr>
          <p:nvPr>
            <p:ph type="title" hasCustomPrompt="1"/>
          </p:nvPr>
        </p:nvSpPr>
        <p:spPr>
          <a:xfrm>
            <a:off x="695326" y="512766"/>
            <a:ext cx="10460825" cy="909637"/>
          </a:xfrm>
          <a:prstGeom prst="rect">
            <a:avLst/>
          </a:prstGeom>
        </p:spPr>
        <p:txBody>
          <a:bodyPr vert="horz" wrap="square" lIns="0" tIns="0" rIns="0" bIns="0" anchor="t" anchorCtr="0">
            <a:noAutofit/>
          </a:bodyPr>
          <a:lstStyle>
            <a:lvl1pPr marL="0" indent="0" algn="r">
              <a:lnSpc>
                <a:spcPct val="90000"/>
              </a:lnSpc>
              <a:spcBef>
                <a:spcPct val="0"/>
              </a:spcBef>
              <a:spcAft>
                <a:spcPts val="0"/>
              </a:spcAft>
              <a:defRPr sz="3400" b="0" i="0" u="none" kern="1200" spc="0">
                <a:solidFill>
                  <a:schemeClr val="tx2"/>
                </a:solidFill>
                <a:latin typeface="+mj-lt"/>
                <a:ea typeface="+mj-ea"/>
                <a:cs typeface="+mj-cs"/>
                <a:sym typeface="+mj-lt"/>
              </a:defRPr>
            </a:lvl1pPr>
          </a:lstStyle>
          <a:p>
            <a:pPr lvl="0"/>
            <a:r>
              <a:rPr lang="ar-KW" dirty="0"/>
              <a:t>عنوان</a:t>
            </a:r>
            <a:endParaRPr lang="en-US" dirty="0"/>
          </a:p>
        </p:txBody>
      </p:sp>
      <p:grpSp>
        <p:nvGrpSpPr>
          <p:cNvPr id="6" name="Group 5"/>
          <p:cNvGrpSpPr/>
          <p:nvPr userDrawn="1"/>
        </p:nvGrpSpPr>
        <p:grpSpPr>
          <a:xfrm flipH="1">
            <a:off x="11228599" y="558346"/>
            <a:ext cx="669505" cy="835189"/>
            <a:chOff x="324330" y="584804"/>
            <a:chExt cx="608641" cy="759263"/>
          </a:xfrm>
        </p:grpSpPr>
        <p:sp>
          <p:nvSpPr>
            <p:cNvPr id="7" name="Parallelogram 6"/>
            <p:cNvSpPr/>
            <p:nvPr/>
          </p:nvSpPr>
          <p:spPr>
            <a:xfrm rot="5400000">
              <a:off x="249018" y="790981"/>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10" name="Rectangle 9"/>
            <p:cNvSpPr/>
            <p:nvPr/>
          </p:nvSpPr>
          <p:spPr>
            <a:xfrm rot="8954161" flipH="1" flipV="1">
              <a:off x="324330" y="904674"/>
              <a:ext cx="608641" cy="112731"/>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Tree>
    <p:extLst>
      <p:ext uri="{BB962C8B-B14F-4D97-AF65-F5344CB8AC3E}">
        <p14:creationId xmlns:p14="http://schemas.microsoft.com/office/powerpoint/2010/main" val="377769468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8" name="Rectangle 7"/>
          <p:cNvSpPr/>
          <p:nvPr userDrawn="1"/>
        </p:nvSpPr>
        <p:spPr bwMode="ltGray">
          <a:xfrm>
            <a:off x="7497600" y="-1308"/>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9" name="Title 1"/>
          <p:cNvSpPr>
            <a:spLocks noGrp="1"/>
          </p:cNvSpPr>
          <p:nvPr>
            <p:ph type="title" hasCustomPrompt="1"/>
          </p:nvPr>
        </p:nvSpPr>
        <p:spPr bwMode="ltGray">
          <a:xfrm>
            <a:off x="8109313" y="1544274"/>
            <a:ext cx="3350851" cy="1495794"/>
          </a:xfrm>
          <a:noFill/>
        </p:spPr>
        <p:txBody>
          <a:bodyPr wrap="square" lIns="0" tIns="0" rIns="0" bIns="0" anchor="b">
            <a:noAutofit/>
          </a:bodyPr>
          <a:lstStyle>
            <a:lvl1pPr algn="r">
              <a:defRPr sz="3200">
                <a:solidFill>
                  <a:srgbClr val="273370"/>
                </a:solidFill>
                <a:latin typeface="+mj-lt"/>
                <a:ea typeface="+mj-ea"/>
                <a:cs typeface="+mj-cs"/>
                <a:sym typeface="+mj-lt"/>
              </a:defRPr>
            </a:lvl1pPr>
          </a:lstStyle>
          <a:p>
            <a:r>
              <a:rPr lang="ar-KW" dirty="0"/>
              <a:t>عنوان</a:t>
            </a:r>
            <a:endParaRPr lang="en-US" dirty="0"/>
          </a:p>
        </p:txBody>
      </p:sp>
      <p:sp>
        <p:nvSpPr>
          <p:cNvPr id="11"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Tree>
    <p:extLst>
      <p:ext uri="{BB962C8B-B14F-4D97-AF65-F5344CB8AC3E}">
        <p14:creationId xmlns:p14="http://schemas.microsoft.com/office/powerpoint/2010/main" val="99857055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ction header box">
    <p:bg bwMode="grayWhite">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2" name="Object 1" hidden="1"/>
                      <p:cNvPicPr/>
                      <p:nvPr/>
                    </p:nvPicPr>
                    <p:blipFill>
                      <a:blip r:embed="rId5"/>
                      <a:stretch>
                        <a:fillRect/>
                      </a:stretch>
                    </p:blipFill>
                    <p:spPr>
                      <a:xfrm>
                        <a:off x="1590" y="1591"/>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2" y="0"/>
            <a:ext cx="158750" cy="158750"/>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defRPr/>
            </a:pPr>
            <a:endParaRPr kumimoji="0" lang="ar-KW" sz="5400" b="0" i="0" u="none" strike="noStrike" kern="1200" cap="none" spc="0" normalizeH="0" baseline="0" noProof="0" dirty="0" err="1">
              <a:ln>
                <a:noFill/>
              </a:ln>
              <a:solidFill>
                <a:srgbClr val="FFFFFF"/>
              </a:solidFill>
              <a:effectLst/>
              <a:uLnTx/>
              <a:uFillTx/>
              <a:latin typeface="DIN Next LT Arabic Light"/>
              <a:ea typeface="+mn-ea"/>
              <a:cs typeface="DIN Next LT Arabic Light"/>
              <a:sym typeface="DIN Next LT Arabic Light" panose="020B0303020203050203" pitchFamily="34" charset="-78"/>
            </a:endParaRPr>
          </a:p>
        </p:txBody>
      </p:sp>
      <p:sp>
        <p:nvSpPr>
          <p:cNvPr id="7" name="Title 6"/>
          <p:cNvSpPr>
            <a:spLocks noGrp="1"/>
          </p:cNvSpPr>
          <p:nvPr>
            <p:ph type="title" hasCustomPrompt="1"/>
          </p:nvPr>
        </p:nvSpPr>
        <p:spPr>
          <a:xfrm>
            <a:off x="1284743" y="2668041"/>
            <a:ext cx="9620491" cy="3201026"/>
          </a:xfrm>
          <a:ln w="9525" cap="flat" cmpd="sng" algn="ctr">
            <a:solidFill>
              <a:srgbClr val="FFFFFF"/>
            </a:solidFill>
            <a:prstDash val="solid"/>
            <a:round/>
            <a:headEnd type="none" w="med" len="med"/>
            <a:tailEnd type="none" w="med" len="med"/>
          </a:ln>
        </p:spPr>
        <p:txBody>
          <a:bodyPr vert="horz" lIns="274320" tIns="274320" rIns="274320" bIns="137160" rtlCol="0" anchor="b" anchorCtr="0">
            <a:noAutofit/>
          </a:bodyPr>
          <a:lstStyle>
            <a:lvl1pPr>
              <a:defRPr lang="ar-KW" sz="5400">
                <a:solidFill>
                  <a:srgbClr val="FFFFFF"/>
                </a:solidFill>
                <a:latin typeface="+mj-lt"/>
                <a:ea typeface="+mj-ea"/>
                <a:cs typeface="+mj-cs"/>
                <a:sym typeface="+mj-lt"/>
              </a:defRPr>
            </a:lvl1pPr>
          </a:lstStyle>
          <a:p>
            <a:pPr marL="0" lvl="0" indent="0">
              <a:lnSpc>
                <a:spcPct val="110000"/>
              </a:lnSpc>
              <a:spcBef>
                <a:spcPts val="600"/>
              </a:spcBef>
              <a:spcAft>
                <a:spcPts val="300"/>
              </a:spcAft>
              <a:buFont typeface="Arial" panose="020B0604020202020204" pitchFamily="34" charset="0"/>
              <a:buChar char="​"/>
            </a:pPr>
            <a:r>
              <a:rPr lang="ar-KW" dirty="0"/>
              <a:t>بيان النص العظيم</a:t>
            </a:r>
          </a:p>
        </p:txBody>
      </p:sp>
      <p:sp>
        <p:nvSpPr>
          <p:cNvPr id="59" name="Rectangle 58"/>
          <p:cNvSpPr/>
          <p:nvPr userDrawn="1"/>
        </p:nvSpPr>
        <p:spPr bwMode="white">
          <a:xfrm>
            <a:off x="995756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1" name="TextBox 10"/>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25421165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ea typeface="+mj-ea"/>
                <a:cs typeface="+mj-cs"/>
                <a:sym typeface="+mj-lt"/>
              </a:defRPr>
            </a:lvl1pPr>
          </a:lstStyle>
          <a:p>
            <a:r>
              <a:rPr lang="ar-KW" dirty="0"/>
              <a:t>بيان النص العظيم</a:t>
            </a:r>
          </a:p>
        </p:txBody>
      </p:sp>
      <p:cxnSp>
        <p:nvCxnSpPr>
          <p:cNvPr id="148" name="Straight Connector 147"/>
          <p:cNvCxnSpPr/>
          <p:nvPr userDrawn="1"/>
        </p:nvCxnSpPr>
        <p:spPr bwMode="white">
          <a:xfrm>
            <a:off x="618900"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8"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0" name="TextBox 9"/>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0649323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flipV="1">
            <a:off x="7710057" y="0"/>
            <a:ext cx="416951" cy="6858000"/>
          </a:xfrm>
          <a:prstGeom prst="rect">
            <a:avLst/>
          </a:prstGeom>
        </p:spPr>
      </p:pic>
      <p:sp>
        <p:nvSpPr>
          <p:cNvPr id="10" name="Rectangle 9"/>
          <p:cNvSpPr/>
          <p:nvPr userDrawn="1"/>
        </p:nvSpPr>
        <p:spPr bwMode="white">
          <a:xfrm flipH="1">
            <a:off x="8112494" y="0"/>
            <a:ext cx="4079508"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27" name="Title 4"/>
          <p:cNvSpPr>
            <a:spLocks noGrp="1"/>
          </p:cNvSpPr>
          <p:nvPr>
            <p:ph type="title" hasCustomPrompt="1"/>
          </p:nvPr>
        </p:nvSpPr>
        <p:spPr>
          <a:xfrm>
            <a:off x="8432860" y="2681103"/>
            <a:ext cx="3027303" cy="1495794"/>
          </a:xfrm>
          <a:prstGeom prst="rect">
            <a:avLst/>
          </a:prstGeom>
        </p:spPr>
        <p:txBody>
          <a:bodyPr anchor="ctr">
            <a:noAutofit/>
          </a:bodyPr>
          <a:lstStyle>
            <a:lvl1pPr>
              <a:defRPr sz="3200">
                <a:solidFill>
                  <a:srgbClr val="273370"/>
                </a:solidFill>
                <a:latin typeface="+mj-lt"/>
                <a:ea typeface="+mj-ea"/>
                <a:cs typeface="+mj-cs"/>
                <a:sym typeface="+mj-lt"/>
              </a:defRPr>
            </a:lvl1pPr>
          </a:lstStyle>
          <a:p>
            <a:r>
              <a:rPr lang="ar-KW" dirty="0"/>
              <a:t>عنوان</a:t>
            </a:r>
            <a:endParaRPr lang="en-US" dirty="0"/>
          </a:p>
        </p:txBody>
      </p:sp>
      <p:sp>
        <p:nvSpPr>
          <p:cNvPr id="12"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1" name="TextBox 10"/>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2920932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4" name="Picture 13"/>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flipV="1">
            <a:off x="4609445" y="0"/>
            <a:ext cx="416951" cy="6858000"/>
          </a:xfrm>
          <a:prstGeom prst="rect">
            <a:avLst/>
          </a:prstGeom>
        </p:spPr>
      </p:pic>
      <p:sp>
        <p:nvSpPr>
          <p:cNvPr id="15" name="Rectangle 14"/>
          <p:cNvSpPr/>
          <p:nvPr userDrawn="1"/>
        </p:nvSpPr>
        <p:spPr bwMode="white">
          <a:xfrm flipH="1">
            <a:off x="5020046" y="0"/>
            <a:ext cx="7171956"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23" name="Title 3"/>
          <p:cNvSpPr>
            <a:spLocks noGrp="1"/>
          </p:cNvSpPr>
          <p:nvPr userDrawn="1">
            <p:ph type="title" hasCustomPrompt="1"/>
          </p:nvPr>
        </p:nvSpPr>
        <p:spPr>
          <a:xfrm>
            <a:off x="5268686" y="512766"/>
            <a:ext cx="5887464" cy="909637"/>
          </a:xfrm>
          <a:prstGeom prst="rect">
            <a:avLst/>
          </a:prstGeom>
        </p:spPr>
        <p:txBody>
          <a:bodyPr vert="horz" wrap="square" lIns="0" tIns="0" rIns="0" bIns="0" anchor="t" anchorCtr="0">
            <a:noAutofit/>
          </a:bodyPr>
          <a:lstStyle>
            <a:lvl1pPr marL="0" indent="0" algn="r" rtl="0">
              <a:lnSpc>
                <a:spcPct val="90000"/>
              </a:lnSpc>
              <a:spcBef>
                <a:spcPct val="0"/>
              </a:spcBef>
              <a:spcAft>
                <a:spcPts val="0"/>
              </a:spcAft>
              <a:defRPr sz="3400" b="0" i="0" u="none" kern="1200" spc="0">
                <a:solidFill>
                  <a:srgbClr val="273370"/>
                </a:solidFill>
                <a:latin typeface="+mj-lt"/>
                <a:ea typeface="+mj-ea"/>
                <a:cs typeface="+mj-cs"/>
                <a:sym typeface="+mj-lt"/>
              </a:defRPr>
            </a:lvl1pPr>
          </a:lstStyle>
          <a:p>
            <a:pPr lvl="0"/>
            <a:r>
              <a:rPr lang="ar-KW" dirty="0"/>
              <a:t>عنوان</a:t>
            </a:r>
            <a:endParaRPr lang="en-US" dirty="0"/>
          </a:p>
        </p:txBody>
      </p:sp>
      <p:sp>
        <p:nvSpPr>
          <p:cNvPr id="1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11228599" y="558346"/>
            <a:ext cx="669505" cy="835189"/>
            <a:chOff x="324330" y="584804"/>
            <a:chExt cx="608641" cy="759263"/>
          </a:xfrm>
        </p:grpSpPr>
        <p:sp>
          <p:nvSpPr>
            <p:cNvPr id="11" name="Parallelogram 10"/>
            <p:cNvSpPr/>
            <p:nvPr/>
          </p:nvSpPr>
          <p:spPr>
            <a:xfrm rot="5400000">
              <a:off x="249018" y="790981"/>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12" name="Rectangle 11"/>
            <p:cNvSpPr/>
            <p:nvPr/>
          </p:nvSpPr>
          <p:spPr>
            <a:xfrm rot="8954161" flipH="1" flipV="1">
              <a:off x="324330" y="904674"/>
              <a:ext cx="608641" cy="112731"/>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
        <p:nvSpPr>
          <p:cNvPr id="19" name="TextBox 18"/>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13136760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rot="10800000" flipH="1">
            <a:off x="8111238" y="0"/>
            <a:ext cx="416951" cy="6858000"/>
          </a:xfrm>
          <a:prstGeom prst="rect">
            <a:avLst/>
          </a:prstGeom>
        </p:spPr>
      </p:pic>
      <p:sp>
        <p:nvSpPr>
          <p:cNvPr id="13" name="Rectangle 12"/>
          <p:cNvSpPr/>
          <p:nvPr userDrawn="1"/>
        </p:nvSpPr>
        <p:spPr bwMode="white">
          <a:xfrm>
            <a:off x="3" y="-1308"/>
            <a:ext cx="8111237" cy="6859309"/>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1" name="Title 4"/>
          <p:cNvSpPr>
            <a:spLocks noGrp="1"/>
          </p:cNvSpPr>
          <p:nvPr>
            <p:ph type="title" hasCustomPrompt="1"/>
          </p:nvPr>
        </p:nvSpPr>
        <p:spPr>
          <a:xfrm>
            <a:off x="8432858" y="2681103"/>
            <a:ext cx="3027305" cy="1495794"/>
          </a:xfrm>
          <a:prstGeom prst="rect">
            <a:avLst/>
          </a:prstGeom>
        </p:spPr>
        <p:txBody>
          <a:bodyPr anchor="ctr">
            <a:noAutofit/>
          </a:bodyPr>
          <a:lstStyle>
            <a:lvl1pPr>
              <a:defRPr sz="3400">
                <a:solidFill>
                  <a:schemeClr val="bg1"/>
                </a:solidFill>
                <a:latin typeface="+mj-lt"/>
                <a:ea typeface="+mj-ea"/>
                <a:cs typeface="+mj-cs"/>
                <a:sym typeface="+mj-lt"/>
              </a:defRPr>
            </a:lvl1pPr>
          </a:lstStyle>
          <a:p>
            <a:r>
              <a:rPr lang="ar-KW" dirty="0"/>
              <a:t>عنوان</a:t>
            </a:r>
            <a:endParaRPr lang="en-US" dirty="0"/>
          </a:p>
        </p:txBody>
      </p:sp>
      <p:sp>
        <p:nvSpPr>
          <p:cNvPr id="15"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17" name="Group 16"/>
          <p:cNvGrpSpPr/>
          <p:nvPr userDrawn="1"/>
        </p:nvGrpSpPr>
        <p:grpSpPr>
          <a:xfrm flipH="1">
            <a:off x="0" y="5800728"/>
            <a:ext cx="1733548" cy="1057275"/>
            <a:chOff x="10458450" y="5800725"/>
            <a:chExt cx="1733548" cy="1057275"/>
          </a:xfrm>
        </p:grpSpPr>
        <p:sp>
          <p:nvSpPr>
            <p:cNvPr id="18" name="Right Triangle 17"/>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9" name="Picture 18"/>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20" name="TextBox 19"/>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2977978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rot="10800000" flipH="1">
            <a:off x="6099979" y="0"/>
            <a:ext cx="416951" cy="6858000"/>
          </a:xfrm>
          <a:prstGeom prst="rect">
            <a:avLst/>
          </a:prstGeom>
        </p:spPr>
      </p:pic>
      <p:sp>
        <p:nvSpPr>
          <p:cNvPr id="12" name="Rectangle 11"/>
          <p:cNvSpPr/>
          <p:nvPr userDrawn="1"/>
        </p:nvSpPr>
        <p:spPr>
          <a:xfrm>
            <a:off x="1988" y="0"/>
            <a:ext cx="6096000" cy="6858000"/>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srgbClr val="696969"/>
              </a:solidFill>
              <a:effectLst/>
              <a:uLnTx/>
              <a:uFillTx/>
              <a:latin typeface="DIN Next LT Arabic Light"/>
              <a:ea typeface="+mn-ea"/>
              <a:cs typeface="DIN Next LT Arabic Light"/>
              <a:sym typeface="+mn-lt"/>
            </a:endParaRPr>
          </a:p>
        </p:txBody>
      </p:sp>
      <p:sp>
        <p:nvSpPr>
          <p:cNvPr id="14" name="Title 1"/>
          <p:cNvSpPr>
            <a:spLocks noGrp="1"/>
          </p:cNvSpPr>
          <p:nvPr>
            <p:ph type="title" hasCustomPrompt="1"/>
          </p:nvPr>
        </p:nvSpPr>
        <p:spPr bwMode="black">
          <a:xfrm>
            <a:off x="7137086" y="1785600"/>
            <a:ext cx="4323075" cy="3286800"/>
          </a:xfrm>
          <a:prstGeom prst="rect">
            <a:avLst/>
          </a:prstGeom>
          <a:noFill/>
        </p:spPr>
        <p:txBody>
          <a:bodyPr wrap="square" lIns="0" tIns="0" rIns="0" bIns="0" anchor="ctr">
            <a:noAutofit/>
          </a:bodyPr>
          <a:lstStyle>
            <a:lvl1pPr algn="r">
              <a:defRPr sz="4400">
                <a:solidFill>
                  <a:schemeClr val="bg1"/>
                </a:solidFill>
                <a:latin typeface="+mj-lt"/>
                <a:ea typeface="+mj-ea"/>
                <a:cs typeface="+mj-cs"/>
                <a:sym typeface="+mj-lt"/>
              </a:defRPr>
            </a:lvl1pPr>
          </a:lstStyle>
          <a:p>
            <a:r>
              <a:rPr lang="ar-KW" dirty="0"/>
              <a:t>عنوان</a:t>
            </a:r>
            <a:endParaRPr lang="en-US" dirty="0"/>
          </a:p>
        </p:txBody>
      </p:sp>
      <p:sp>
        <p:nvSpPr>
          <p:cNvPr id="15"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
        <p:nvSpPr>
          <p:cNvPr id="16" name="Picture Placeholder 18"/>
          <p:cNvSpPr>
            <a:spLocks noGrp="1"/>
          </p:cNvSpPr>
          <p:nvPr>
            <p:ph type="pic" sz="quarter" idx="14" hasCustomPrompt="1"/>
          </p:nvPr>
        </p:nvSpPr>
        <p:spPr>
          <a:xfrm>
            <a:off x="2" y="0"/>
            <a:ext cx="6099977" cy="6858000"/>
          </a:xfrm>
          <a:prstGeom prst="rect">
            <a:avLst/>
          </a:prstGeom>
          <a:noFill/>
        </p:spPr>
        <p:txBody>
          <a:bodyPr lIns="914400" tIns="914400" rIns="914400" bIns="914400"/>
          <a:lstStyle>
            <a:lvl1pPr algn="ctr">
              <a:defRPr sz="1800" baseline="0">
                <a:solidFill>
                  <a:schemeClr val="tx1"/>
                </a:solidFill>
                <a:latin typeface="+mn-lt"/>
                <a:ea typeface="+mn-ea"/>
                <a:cs typeface="+mn-cs"/>
                <a:sym typeface="+mn-lt"/>
              </a:defRPr>
            </a:lvl1pPr>
          </a:lstStyle>
          <a:p>
            <a:r>
              <a:rPr lang="ar-SA" dirty="0"/>
              <a:t>انقر على أيقونة أدناه لإدراج صورة أو إزالة هذا العنصر النائب لاستخدام مسافة بيضاء بطريقة أخرى</a:t>
            </a:r>
          </a:p>
        </p:txBody>
      </p:sp>
      <p:grpSp>
        <p:nvGrpSpPr>
          <p:cNvPr id="9" name="Group 8"/>
          <p:cNvGrpSpPr/>
          <p:nvPr userDrawn="1"/>
        </p:nvGrpSpPr>
        <p:grpSpPr>
          <a:xfrm flipH="1">
            <a:off x="0" y="5800728"/>
            <a:ext cx="1733548" cy="1057275"/>
            <a:chOff x="10458450" y="5800725"/>
            <a:chExt cx="1733548" cy="1057275"/>
          </a:xfrm>
        </p:grpSpPr>
        <p:sp>
          <p:nvSpPr>
            <p:cNvPr id="10" name="Right Triangle 9"/>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3" name="Picture 12"/>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8" name="TextBox 17"/>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3524117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rot="10800000" flipH="1">
            <a:off x="4372459" y="0"/>
            <a:ext cx="416951" cy="6858000"/>
          </a:xfrm>
          <a:prstGeom prst="rect">
            <a:avLst/>
          </a:prstGeom>
        </p:spPr>
      </p:pic>
      <p:sp>
        <p:nvSpPr>
          <p:cNvPr id="10" name="Rectangle 9"/>
          <p:cNvSpPr/>
          <p:nvPr userDrawn="1"/>
        </p:nvSpPr>
        <p:spPr bwMode="gray">
          <a:xfrm>
            <a:off x="2" y="0"/>
            <a:ext cx="4372457" cy="685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4" name="Title 1"/>
          <p:cNvSpPr>
            <a:spLocks noGrp="1"/>
          </p:cNvSpPr>
          <p:nvPr>
            <p:ph type="title" hasCustomPrompt="1"/>
          </p:nvPr>
        </p:nvSpPr>
        <p:spPr bwMode="blackWhite">
          <a:xfrm>
            <a:off x="5313189" y="1804650"/>
            <a:ext cx="6146973" cy="3286800"/>
          </a:xfrm>
          <a:prstGeom prst="rect">
            <a:avLst/>
          </a:prstGeom>
        </p:spPr>
        <p:txBody>
          <a:bodyPr anchor="ctr">
            <a:noAutofit/>
          </a:bodyPr>
          <a:lstStyle>
            <a:lvl1pPr>
              <a:defRPr sz="4400">
                <a:solidFill>
                  <a:schemeClr val="bg1"/>
                </a:solidFill>
                <a:latin typeface="+mj-lt"/>
                <a:ea typeface="+mj-ea"/>
                <a:cs typeface="+mj-cs"/>
                <a:sym typeface="+mj-lt"/>
              </a:defRPr>
            </a:lvl1pPr>
          </a:lstStyle>
          <a:p>
            <a:r>
              <a:rPr lang="ar-KW" dirty="0"/>
              <a:t>عنوان</a:t>
            </a:r>
            <a:endParaRPr lang="en-US" dirty="0"/>
          </a:p>
        </p:txBody>
      </p:sp>
      <p:sp>
        <p:nvSpPr>
          <p:cNvPr id="13"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
        <p:nvSpPr>
          <p:cNvPr id="17" name="Picture Placeholder 5"/>
          <p:cNvSpPr>
            <a:spLocks noGrp="1"/>
          </p:cNvSpPr>
          <p:nvPr>
            <p:ph type="pic" sz="quarter" idx="11" hasCustomPrompt="1"/>
          </p:nvPr>
        </p:nvSpPr>
        <p:spPr>
          <a:xfrm>
            <a:off x="483" y="0"/>
            <a:ext cx="4371975" cy="6858000"/>
          </a:xfrm>
          <a:prstGeom prst="rect">
            <a:avLst/>
          </a:prstGeom>
          <a:noFill/>
        </p:spPr>
        <p:txBody>
          <a:bodyPr lIns="182880" tIns="914400" rIns="182880" bIns="914400"/>
          <a:lstStyle>
            <a:lvl1pPr algn="ctr">
              <a:defRPr sz="1600">
                <a:solidFill>
                  <a:schemeClr val="tx1"/>
                </a:solidFill>
                <a:latin typeface="+mn-lt"/>
                <a:ea typeface="+mn-ea"/>
                <a:cs typeface="+mn-cs"/>
                <a:sym typeface="+mn-lt"/>
              </a:defRPr>
            </a:lvl1pPr>
          </a:lstStyle>
          <a:p>
            <a:r>
              <a:rPr lang="ar-SA" dirty="0"/>
              <a:t>انقر على أيقونة أدناه لإدراج صورة أو إزالة هذا العنصر النائب لاستخدام مسافة بيضاء بطريقة أخرى</a:t>
            </a:r>
          </a:p>
        </p:txBody>
      </p:sp>
      <p:grpSp>
        <p:nvGrpSpPr>
          <p:cNvPr id="11" name="Group 10"/>
          <p:cNvGrpSpPr/>
          <p:nvPr userDrawn="1"/>
        </p:nvGrpSpPr>
        <p:grpSpPr>
          <a:xfrm flipH="1">
            <a:off x="0" y="5800728"/>
            <a:ext cx="1733548" cy="1057275"/>
            <a:chOff x="10458450" y="5800725"/>
            <a:chExt cx="1733548" cy="1057275"/>
          </a:xfrm>
        </p:grpSpPr>
        <p:sp>
          <p:nvSpPr>
            <p:cNvPr id="15" name="Right Triangle 14"/>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6" name="Picture 15"/>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8" name="TextBox 17"/>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50211615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6" name="Freeform 14"/>
          <p:cNvSpPr/>
          <p:nvPr userDrawn="1"/>
        </p:nvSpPr>
        <p:spPr bwMode="ltGray">
          <a:xfrm flipH="1">
            <a:off x="8103690"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rgbClr val="F2F2F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17" name="Title 2"/>
          <p:cNvSpPr>
            <a:spLocks noGrp="1"/>
          </p:cNvSpPr>
          <p:nvPr>
            <p:ph type="title" hasCustomPrompt="1"/>
          </p:nvPr>
        </p:nvSpPr>
        <p:spPr>
          <a:xfrm>
            <a:off x="9082104" y="2764206"/>
            <a:ext cx="2378058" cy="1314311"/>
          </a:xfrm>
          <a:prstGeom prst="rect">
            <a:avLst/>
          </a:prstGeom>
        </p:spPr>
        <p:txBody>
          <a:bodyPr anchor="ctr">
            <a:noAutofit/>
          </a:bodyPr>
          <a:lstStyle>
            <a:lvl1pPr>
              <a:defRPr sz="3400" baseline="0">
                <a:solidFill>
                  <a:srgbClr val="273370"/>
                </a:solidFill>
                <a:latin typeface="+mj-lt"/>
                <a:ea typeface="+mj-ea"/>
                <a:cs typeface="+mj-cs"/>
                <a:sym typeface="+mj-lt"/>
              </a:defRPr>
            </a:lvl1pPr>
          </a:lstStyle>
          <a:p>
            <a:r>
              <a:rPr lang="ar-KW" dirty="0"/>
              <a:t>عنوان</a:t>
            </a:r>
            <a:endParaRPr lang="en-US" dirty="0">
              <a:solidFill>
                <a:schemeClr val="tx2"/>
              </a:solidFill>
            </a:endParaRPr>
          </a:p>
        </p:txBody>
      </p:sp>
      <p:sp>
        <p:nvSpPr>
          <p:cNvPr id="9"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2" name="TextBox 11"/>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285986436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6" name="Freeform 14"/>
          <p:cNvSpPr/>
          <p:nvPr userDrawn="1"/>
        </p:nvSpPr>
        <p:spPr bwMode="ltGray">
          <a:xfrm flipH="1" flipV="1">
            <a:off x="810369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rgbClr val="010103"/>
              </a:gs>
            </a:gsLst>
            <a:lin ang="14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pic>
        <p:nvPicPr>
          <p:cNvPr id="9" name="Picture 8"/>
          <p:cNvPicPr>
            <a:picLocks noChangeAspect="1"/>
          </p:cNvPicPr>
          <p:nvPr userDrawn="1"/>
        </p:nvPicPr>
        <p:blipFill rotWithShape="1">
          <a:blip r:embed="rId5">
            <a:extLst>
              <a:ext uri="{28A0092B-C50C-407E-A947-70E740481C1C}">
                <a14:useLocalDpi xmlns:a14="http://schemas.microsoft.com/office/drawing/2010/main" val="0"/>
              </a:ext>
            </a:extLst>
          </a:blip>
          <a:srcRect t="6216" b="7716"/>
          <a:stretch/>
        </p:blipFill>
        <p:spPr>
          <a:xfrm rot="21480000" flipH="1">
            <a:off x="7356028" y="3402831"/>
            <a:ext cx="2694666" cy="3461745"/>
          </a:xfrm>
          <a:prstGeom prst="rect">
            <a:avLst/>
          </a:prstGeom>
        </p:spPr>
      </p:pic>
      <p:sp>
        <p:nvSpPr>
          <p:cNvPr id="3" name="Title 2"/>
          <p:cNvSpPr>
            <a:spLocks noGrp="1"/>
          </p:cNvSpPr>
          <p:nvPr>
            <p:ph type="title" hasCustomPrompt="1"/>
          </p:nvPr>
        </p:nvSpPr>
        <p:spPr>
          <a:xfrm>
            <a:off x="9082102" y="2764206"/>
            <a:ext cx="2378059" cy="1314311"/>
          </a:xfrm>
        </p:spPr>
        <p:txBody>
          <a:bodyPr anchor="ctr" anchorCtr="0">
            <a:noAutofit/>
          </a:bodyPr>
          <a:lstStyle>
            <a:lvl1pPr>
              <a:defRPr sz="3400" baseline="0">
                <a:solidFill>
                  <a:srgbClr val="FFFFFF"/>
                </a:solidFill>
                <a:latin typeface="+mj-lt"/>
                <a:ea typeface="+mj-ea"/>
                <a:cs typeface="+mj-cs"/>
                <a:sym typeface="+mj-lt"/>
              </a:defRPr>
            </a:lvl1pPr>
          </a:lstStyle>
          <a:p>
            <a:r>
              <a:rPr lang="ar-KW" dirty="0"/>
              <a:t>عنوان</a:t>
            </a:r>
            <a:endParaRPr lang="en-US" dirty="0"/>
          </a:p>
        </p:txBody>
      </p:sp>
      <p:sp>
        <p:nvSpPr>
          <p:cNvPr id="1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0" y="5800728"/>
            <a:ext cx="1733548" cy="1057275"/>
            <a:chOff x="10458450" y="5800725"/>
            <a:chExt cx="1733548" cy="1057275"/>
          </a:xfrm>
        </p:grpSpPr>
        <p:sp>
          <p:nvSpPr>
            <p:cNvPr id="11" name="Right Triangle 10"/>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2" name="Picture 11"/>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4" name="TextBox 13"/>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20660806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1"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flipH="1">
            <a:off x="6285285" y="3395665"/>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flipH="1">
            <a:off x="6765082" y="0"/>
            <a:ext cx="5426920"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14" name="Title 1"/>
          <p:cNvSpPr>
            <a:spLocks noGrp="1"/>
          </p:cNvSpPr>
          <p:nvPr>
            <p:ph type="title" hasCustomPrompt="1"/>
          </p:nvPr>
        </p:nvSpPr>
        <p:spPr>
          <a:xfrm>
            <a:off x="7503041" y="1785600"/>
            <a:ext cx="3957120" cy="3286800"/>
          </a:xfrm>
          <a:prstGeom prst="rect">
            <a:avLst/>
          </a:prstGeom>
        </p:spPr>
        <p:txBody>
          <a:bodyPr anchor="ctr">
            <a:noAutofit/>
          </a:bodyPr>
          <a:lstStyle>
            <a:lvl1pPr rtl="0">
              <a:defRPr lang="en-US" sz="4400" kern="1200" dirty="0">
                <a:solidFill>
                  <a:srgbClr val="273370"/>
                </a:solidFill>
                <a:latin typeface="+mj-lt"/>
                <a:ea typeface="+mj-ea"/>
                <a:cs typeface="+mj-cs"/>
                <a:sym typeface="+mj-lt"/>
              </a:defRPr>
            </a:lvl1pPr>
          </a:lstStyle>
          <a:p>
            <a:r>
              <a:rPr lang="ar-KW" dirty="0"/>
              <a:t>عنوان</a:t>
            </a:r>
            <a:endParaRPr lang="en-US" dirty="0"/>
          </a:p>
        </p:txBody>
      </p:sp>
      <p:sp>
        <p:nvSpPr>
          <p:cNvPr id="12"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7" name="TextBox 16"/>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2255382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3" name="Pentagon 3"/>
          <p:cNvSpPr/>
          <p:nvPr userDrawn="1"/>
        </p:nvSpPr>
        <p:spPr bwMode="white">
          <a:xfrm flipH="1">
            <a:off x="6765082" y="0"/>
            <a:ext cx="5426920" cy="6858000"/>
          </a:xfrm>
          <a:prstGeom prst="homePlate">
            <a:avLst>
              <a:gd name="adj" fmla="val 12939"/>
            </a:avLst>
          </a:prstGeom>
          <a:gradFill>
            <a:gsLst>
              <a:gs pos="0">
                <a:schemeClr val="tx2"/>
              </a:gs>
              <a:gs pos="100000">
                <a:srgbClr val="010103"/>
              </a:gs>
            </a:gsLst>
            <a:lin ang="14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pic>
        <p:nvPicPr>
          <p:cNvPr id="20" name="Picture 19"/>
          <p:cNvPicPr>
            <a:picLocks noChangeAspect="1"/>
          </p:cNvPicPr>
          <p:nvPr userDrawn="1"/>
        </p:nvPicPr>
        <p:blipFill rotWithShape="1">
          <a:blip r:embed="rId5">
            <a:biLevel thresh="75000"/>
            <a:extLst>
              <a:ext uri="{28A0092B-C50C-407E-A947-70E740481C1C}">
                <a14:useLocalDpi xmlns:a14="http://schemas.microsoft.com/office/drawing/2010/main" val="0"/>
              </a:ext>
            </a:extLst>
          </a:blip>
          <a:srcRect t="7562" b="6867"/>
          <a:stretch/>
        </p:blipFill>
        <p:spPr>
          <a:xfrm flipH="1">
            <a:off x="5946314" y="3416300"/>
            <a:ext cx="2694666" cy="3441700"/>
          </a:xfrm>
          <a:prstGeom prst="rect">
            <a:avLst/>
          </a:prstGeom>
        </p:spPr>
      </p:pic>
      <p:sp>
        <p:nvSpPr>
          <p:cNvPr id="14" name="Title 1"/>
          <p:cNvSpPr>
            <a:spLocks noGrp="1"/>
          </p:cNvSpPr>
          <p:nvPr>
            <p:ph type="title" hasCustomPrompt="1"/>
          </p:nvPr>
        </p:nvSpPr>
        <p:spPr>
          <a:xfrm>
            <a:off x="7498506" y="1785600"/>
            <a:ext cx="3961655" cy="3286800"/>
          </a:xfrm>
          <a:prstGeom prst="rect">
            <a:avLst/>
          </a:prstGeom>
        </p:spPr>
        <p:txBody>
          <a:bodyPr anchor="ctr">
            <a:noAutofit/>
          </a:bodyPr>
          <a:lstStyle>
            <a:lvl1pPr rtl="0">
              <a:defRPr sz="4400" b="0">
                <a:solidFill>
                  <a:srgbClr val="FFFFFF"/>
                </a:solidFill>
                <a:latin typeface="+mj-lt"/>
                <a:ea typeface="+mj-ea"/>
                <a:cs typeface="+mj-cs"/>
                <a:sym typeface="+mj-lt"/>
              </a:defRPr>
            </a:lvl1pPr>
          </a:lstStyle>
          <a:p>
            <a:r>
              <a:rPr lang="ar-KW" dirty="0"/>
              <a:t>عنوان</a:t>
            </a:r>
            <a:endParaRPr lang="en-US" dirty="0"/>
          </a:p>
        </p:txBody>
      </p:sp>
      <p:sp>
        <p:nvSpPr>
          <p:cNvPr id="12"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0" y="5800728"/>
            <a:ext cx="1733548" cy="1057275"/>
            <a:chOff x="10458450" y="5800725"/>
            <a:chExt cx="1733548" cy="1057275"/>
          </a:xfrm>
        </p:grpSpPr>
        <p:sp>
          <p:nvSpPr>
            <p:cNvPr id="10" name="Right Triangle 9"/>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1" name="Picture 10"/>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5" name="TextBox 14"/>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339423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3"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flipH="1">
            <a:off x="5404160" y="3589607"/>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flipH="1">
            <a:off x="5828456" y="0"/>
            <a:ext cx="6363546" cy="6858000"/>
          </a:xfrm>
          <a:prstGeom prst="homePlate">
            <a:avLst>
              <a:gd name="adj" fmla="val 12939"/>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16" name="Title 2"/>
          <p:cNvSpPr>
            <a:spLocks noGrp="1"/>
          </p:cNvSpPr>
          <p:nvPr>
            <p:ph type="title" hasCustomPrompt="1"/>
          </p:nvPr>
        </p:nvSpPr>
        <p:spPr>
          <a:xfrm>
            <a:off x="6851841" y="512766"/>
            <a:ext cx="4304309" cy="909637"/>
          </a:xfrm>
          <a:prstGeom prst="rect">
            <a:avLst/>
          </a:prstGeom>
        </p:spPr>
        <p:txBody>
          <a:bodyPr vert="horz" wrap="square" lIns="0" tIns="0" rIns="0" bIns="0" anchor="t" anchorCtr="0">
            <a:noAutofit/>
          </a:bodyPr>
          <a:lstStyle>
            <a:lvl1pPr marL="0" indent="0" algn="r">
              <a:lnSpc>
                <a:spcPct val="90000"/>
              </a:lnSpc>
              <a:spcBef>
                <a:spcPct val="0"/>
              </a:spcBef>
              <a:spcAft>
                <a:spcPts val="0"/>
              </a:spcAft>
              <a:defRPr lang="en-US" sz="3400" kern="1200" dirty="0">
                <a:solidFill>
                  <a:srgbClr val="273370"/>
                </a:solidFill>
                <a:latin typeface="+mj-lt"/>
                <a:ea typeface="+mj-ea"/>
                <a:cs typeface="+mj-cs"/>
                <a:sym typeface="+mj-lt"/>
              </a:defRPr>
            </a:lvl1pPr>
          </a:lstStyle>
          <a:p>
            <a:pPr lvl="0"/>
            <a:r>
              <a:rPr lang="ar-KW" dirty="0"/>
              <a:t>عنوان</a:t>
            </a:r>
            <a:endParaRPr lang="en-US" dirty="0"/>
          </a:p>
        </p:txBody>
      </p:sp>
      <p:sp>
        <p:nvSpPr>
          <p:cNvPr id="15"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11228599" y="558346"/>
            <a:ext cx="669505" cy="835189"/>
            <a:chOff x="324330" y="584804"/>
            <a:chExt cx="608641" cy="759263"/>
          </a:xfrm>
        </p:grpSpPr>
        <p:sp>
          <p:nvSpPr>
            <p:cNvPr id="9" name="Parallelogram 8"/>
            <p:cNvSpPr/>
            <p:nvPr/>
          </p:nvSpPr>
          <p:spPr>
            <a:xfrm rot="5400000">
              <a:off x="249018" y="790981"/>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10" name="Rectangle 9"/>
            <p:cNvSpPr/>
            <p:nvPr/>
          </p:nvSpPr>
          <p:spPr>
            <a:xfrm rot="8954161" flipH="1" flipV="1">
              <a:off x="324330" y="904674"/>
              <a:ext cx="608641" cy="112731"/>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
        <p:nvSpPr>
          <p:cNvPr id="20" name="TextBox 19"/>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400835569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4" name="Pentagon 8"/>
          <p:cNvSpPr/>
          <p:nvPr userDrawn="1"/>
        </p:nvSpPr>
        <p:spPr bwMode="white">
          <a:xfrm flipH="1">
            <a:off x="5828456" y="0"/>
            <a:ext cx="6363546" cy="6858000"/>
          </a:xfrm>
          <a:prstGeom prst="homePlate">
            <a:avLst>
              <a:gd name="adj" fmla="val 12939"/>
            </a:avLst>
          </a:prstGeom>
          <a:gradFill>
            <a:gsLst>
              <a:gs pos="0">
                <a:schemeClr val="tx2"/>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pic>
        <p:nvPicPr>
          <p:cNvPr id="17" name="Picture 16"/>
          <p:cNvPicPr>
            <a:picLocks noChangeAspect="1"/>
          </p:cNvPicPr>
          <p:nvPr userDrawn="1"/>
        </p:nvPicPr>
        <p:blipFill rotWithShape="1">
          <a:blip r:embed="rId5">
            <a:biLevel thresh="75000"/>
            <a:extLst>
              <a:ext uri="{28A0092B-C50C-407E-A947-70E740481C1C}">
                <a14:useLocalDpi xmlns:a14="http://schemas.microsoft.com/office/drawing/2010/main" val="0"/>
              </a:ext>
            </a:extLst>
          </a:blip>
          <a:srcRect t="9052" b="6867"/>
          <a:stretch/>
        </p:blipFill>
        <p:spPr>
          <a:xfrm rot="21480000" flipH="1">
            <a:off x="5068481" y="3407807"/>
            <a:ext cx="2694666" cy="3456551"/>
          </a:xfrm>
          <a:prstGeom prst="rect">
            <a:avLst/>
          </a:prstGeom>
        </p:spPr>
      </p:pic>
      <p:sp>
        <p:nvSpPr>
          <p:cNvPr id="16" name="Title 2"/>
          <p:cNvSpPr>
            <a:spLocks noGrp="1"/>
          </p:cNvSpPr>
          <p:nvPr>
            <p:ph type="title" hasCustomPrompt="1"/>
          </p:nvPr>
        </p:nvSpPr>
        <p:spPr>
          <a:xfrm>
            <a:off x="6884749" y="512766"/>
            <a:ext cx="4575412" cy="909637"/>
          </a:xfrm>
          <a:prstGeom prst="rect">
            <a:avLst/>
          </a:prstGeom>
        </p:spPr>
        <p:txBody>
          <a:bodyPr vert="horz" wrap="square" lIns="0" tIns="0" rIns="0" bIns="0" anchor="t" anchorCtr="0">
            <a:noAutofit/>
          </a:bodyPr>
          <a:lstStyle>
            <a:lvl1pPr marL="0" indent="0" algn="r">
              <a:lnSpc>
                <a:spcPct val="90000"/>
              </a:lnSpc>
              <a:spcBef>
                <a:spcPct val="0"/>
              </a:spcBef>
              <a:spcAft>
                <a:spcPts val="0"/>
              </a:spcAft>
              <a:defRPr sz="3400" b="0" i="0" u="none" kern="1200" spc="0">
                <a:solidFill>
                  <a:srgbClr val="FFFFFF"/>
                </a:solidFill>
                <a:latin typeface="+mj-lt"/>
                <a:ea typeface="+mj-ea"/>
                <a:cs typeface="+mj-cs"/>
                <a:sym typeface="+mj-lt"/>
              </a:defRPr>
            </a:lvl1pPr>
          </a:lstStyle>
          <a:p>
            <a:pPr lvl="0"/>
            <a:r>
              <a:rPr lang="ar-KW" dirty="0"/>
              <a:t>عنوان</a:t>
            </a:r>
            <a:endParaRPr lang="en-US" dirty="0"/>
          </a:p>
        </p:txBody>
      </p:sp>
      <p:sp>
        <p:nvSpPr>
          <p:cNvPr id="1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0" y="5800728"/>
            <a:ext cx="1733548" cy="1057275"/>
            <a:chOff x="10458450" y="5800725"/>
            <a:chExt cx="1733548" cy="1057275"/>
          </a:xfrm>
        </p:grpSpPr>
        <p:sp>
          <p:nvSpPr>
            <p:cNvPr id="11" name="Right Triangle 10"/>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2" name="Picture 11"/>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3" name="TextBox 12"/>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9829025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flipH="1">
            <a:off x="3318393" y="3589607"/>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flipH="1">
            <a:off x="3745763"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1" name="Title 3"/>
          <p:cNvSpPr>
            <a:spLocks noGrp="1"/>
          </p:cNvSpPr>
          <p:nvPr>
            <p:ph type="title" hasCustomPrompt="1"/>
          </p:nvPr>
        </p:nvSpPr>
        <p:spPr>
          <a:xfrm>
            <a:off x="5268690" y="512766"/>
            <a:ext cx="5887463" cy="909637"/>
          </a:xfrm>
          <a:prstGeom prst="rect">
            <a:avLst/>
          </a:prstGeom>
        </p:spPr>
        <p:txBody>
          <a:bodyPr vert="horz" wrap="square" lIns="0" tIns="0" rIns="0" bIns="0" anchor="t" anchorCtr="0">
            <a:noAutofit/>
          </a:bodyPr>
          <a:lstStyle>
            <a:lvl1pPr marL="0" indent="0" algn="r">
              <a:lnSpc>
                <a:spcPct val="90000"/>
              </a:lnSpc>
              <a:spcBef>
                <a:spcPct val="0"/>
              </a:spcBef>
              <a:spcAft>
                <a:spcPts val="0"/>
              </a:spcAft>
              <a:defRPr lang="en-US" sz="3400" kern="1200" dirty="0">
                <a:solidFill>
                  <a:srgbClr val="273370"/>
                </a:solidFill>
                <a:latin typeface="+mj-lt"/>
                <a:ea typeface="+mj-ea"/>
                <a:cs typeface="+mj-cs"/>
                <a:sym typeface="+mj-lt"/>
              </a:defRPr>
            </a:lvl1pPr>
          </a:lstStyle>
          <a:p>
            <a:pPr lvl="0"/>
            <a:r>
              <a:rPr lang="ar-KW" dirty="0"/>
              <a:t>عنوان</a:t>
            </a:r>
            <a:endParaRPr lang="en-US" dirty="0"/>
          </a:p>
        </p:txBody>
      </p:sp>
      <p:sp>
        <p:nvSpPr>
          <p:cNvPr id="13"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11228599" y="558346"/>
            <a:ext cx="669505" cy="835189"/>
            <a:chOff x="324330" y="584804"/>
            <a:chExt cx="608641" cy="759263"/>
          </a:xfrm>
        </p:grpSpPr>
        <p:sp>
          <p:nvSpPr>
            <p:cNvPr id="9" name="Parallelogram 8"/>
            <p:cNvSpPr/>
            <p:nvPr/>
          </p:nvSpPr>
          <p:spPr>
            <a:xfrm rot="5400000">
              <a:off x="249018" y="790981"/>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14" name="Rectangle 13"/>
            <p:cNvSpPr/>
            <p:nvPr/>
          </p:nvSpPr>
          <p:spPr>
            <a:xfrm rot="8954161" flipH="1" flipV="1">
              <a:off x="324330" y="904674"/>
              <a:ext cx="608641" cy="112731"/>
            </a:xfrm>
            <a:prstGeom prst="rect">
              <a:avLst/>
            </a:prstGeom>
            <a:solidFill>
              <a:srgbClr val="F2F2F2"/>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
        <p:nvSpPr>
          <p:cNvPr id="16" name="TextBox 15"/>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51572618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2" name="Freeform 18"/>
          <p:cNvSpPr/>
          <p:nvPr userDrawn="1"/>
        </p:nvSpPr>
        <p:spPr bwMode="white">
          <a:xfrm flipH="1">
            <a:off x="3745763"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pic>
        <p:nvPicPr>
          <p:cNvPr id="13" name="Picture 12"/>
          <p:cNvPicPr>
            <a:picLocks noChangeAspect="1"/>
          </p:cNvPicPr>
          <p:nvPr userDrawn="1"/>
        </p:nvPicPr>
        <p:blipFill rotWithShape="1">
          <a:blip r:embed="rId5">
            <a:biLevel thresh="75000"/>
            <a:extLst>
              <a:ext uri="{28A0092B-C50C-407E-A947-70E740481C1C}">
                <a14:useLocalDpi xmlns:a14="http://schemas.microsoft.com/office/drawing/2010/main" val="0"/>
              </a:ext>
            </a:extLst>
          </a:blip>
          <a:srcRect t="9052" b="6867"/>
          <a:stretch/>
        </p:blipFill>
        <p:spPr>
          <a:xfrm rot="21480000" flipH="1">
            <a:off x="2972758" y="3407807"/>
            <a:ext cx="2694666" cy="3456551"/>
          </a:xfrm>
          <a:prstGeom prst="rect">
            <a:avLst/>
          </a:prstGeom>
        </p:spPr>
      </p:pic>
      <p:sp>
        <p:nvSpPr>
          <p:cNvPr id="11" name="Title 3"/>
          <p:cNvSpPr>
            <a:spLocks noGrp="1"/>
          </p:cNvSpPr>
          <p:nvPr>
            <p:ph type="title" hasCustomPrompt="1"/>
          </p:nvPr>
        </p:nvSpPr>
        <p:spPr>
          <a:xfrm>
            <a:off x="5303940" y="512766"/>
            <a:ext cx="6156220" cy="909637"/>
          </a:xfrm>
          <a:prstGeom prst="rect">
            <a:avLst/>
          </a:prstGeom>
        </p:spPr>
        <p:txBody>
          <a:bodyPr vert="horz" wrap="square" lIns="0" tIns="0" rIns="0" bIns="0" anchor="t" anchorCtr="0">
            <a:noAutofit/>
          </a:bodyPr>
          <a:lstStyle>
            <a:lvl1pPr marL="0" indent="0" algn="r">
              <a:lnSpc>
                <a:spcPct val="90000"/>
              </a:lnSpc>
              <a:spcBef>
                <a:spcPct val="0"/>
              </a:spcBef>
              <a:spcAft>
                <a:spcPts val="0"/>
              </a:spcAft>
              <a:defRPr sz="3400" b="0" i="0" u="none" kern="1200" spc="0">
                <a:solidFill>
                  <a:srgbClr val="FFFFFF"/>
                </a:solidFill>
                <a:latin typeface="+mj-lt"/>
                <a:ea typeface="+mj-ea"/>
                <a:cs typeface="+mj-cs"/>
                <a:sym typeface="+mj-lt"/>
              </a:defRPr>
            </a:lvl1pPr>
          </a:lstStyle>
          <a:p>
            <a:pPr lvl="0"/>
            <a:r>
              <a:rPr lang="ar-KW" dirty="0"/>
              <a:t>عنوان</a:t>
            </a:r>
            <a:endParaRPr lang="en-US" dirty="0"/>
          </a:p>
        </p:txBody>
      </p:sp>
      <p:sp>
        <p:nvSpPr>
          <p:cNvPr id="1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0" y="5800728"/>
            <a:ext cx="1733548" cy="1057275"/>
            <a:chOff x="10458450" y="5800725"/>
            <a:chExt cx="1733548" cy="1057275"/>
          </a:xfrm>
        </p:grpSpPr>
        <p:sp>
          <p:nvSpPr>
            <p:cNvPr id="14" name="Right Triangle 13"/>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5" name="Picture 14"/>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6" name="TextBox 15"/>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4250536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7" name="Title 6"/>
          <p:cNvSpPr>
            <a:spLocks noGrp="1"/>
          </p:cNvSpPr>
          <p:nvPr>
            <p:ph type="title" hasCustomPrompt="1"/>
          </p:nvPr>
        </p:nvSpPr>
        <p:spPr>
          <a:xfrm>
            <a:off x="630000" y="3826333"/>
            <a:ext cx="10933200" cy="1606550"/>
          </a:xfrm>
        </p:spPr>
        <p:txBody>
          <a:bodyPr vert="horz" lIns="0" tIns="0" rIns="0" bIns="0" rtlCol="0" anchor="b" anchorCtr="0">
            <a:noAutofit/>
          </a:bodyPr>
          <a:lstStyle>
            <a:lvl1pPr>
              <a:defRPr lang="ar-KW" sz="5400" dirty="0">
                <a:solidFill>
                  <a:srgbClr val="FFFFFF"/>
                </a:solidFill>
                <a:latin typeface="+mj-lt"/>
                <a:ea typeface="+mj-ea"/>
                <a:cs typeface="+mj-cs"/>
                <a:sym typeface="+mj-lt"/>
              </a:defRPr>
            </a:lvl1pPr>
          </a:lstStyle>
          <a:p>
            <a:pPr marL="0" lvl="0" indent="0">
              <a:lnSpc>
                <a:spcPct val="110000"/>
              </a:lnSpc>
              <a:spcBef>
                <a:spcPts val="600"/>
              </a:spcBef>
              <a:spcAft>
                <a:spcPts val="300"/>
              </a:spcAft>
              <a:buFont typeface="Arial" panose="020B0604020202020204" pitchFamily="34" charset="0"/>
              <a:buChar char="​"/>
            </a:pPr>
            <a:r>
              <a:rPr lang="ar-KW" dirty="0"/>
              <a:t>بيان النص العظيم</a:t>
            </a:r>
          </a:p>
        </p:txBody>
      </p:sp>
      <p:sp>
        <p:nvSpPr>
          <p:cNvPr id="8"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1" name="TextBox 10"/>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232991110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6" name="Rectangle 5"/>
          <p:cNvSpPr/>
          <p:nvPr userDrawn="1"/>
        </p:nvSpPr>
        <p:spPr bwMode="white">
          <a:xfrm>
            <a:off x="10630512" y="625475"/>
            <a:ext cx="932688" cy="932688"/>
          </a:xfrm>
          <a:prstGeom prst="rect">
            <a:avLst/>
          </a:prstGeom>
          <a:noFill/>
          <a:ln>
            <a:solidFill>
              <a:srgbClr val="27337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4" name="Text Placeholder 3"/>
          <p:cNvSpPr>
            <a:spLocks noGrp="1"/>
          </p:cNvSpPr>
          <p:nvPr>
            <p:ph type="body" sz="quarter" idx="11" hasCustomPrompt="1"/>
          </p:nvPr>
        </p:nvSpPr>
        <p:spPr>
          <a:xfrm>
            <a:off x="630000" y="3826333"/>
            <a:ext cx="10933200" cy="1606550"/>
          </a:xfrm>
        </p:spPr>
        <p:txBody>
          <a:bodyPr anchor="b" anchorCtr="0"/>
          <a:lstStyle>
            <a:lvl1pPr algn="r">
              <a:defRPr lang="ar-KW" sz="5400" kern="1200" dirty="0" smtClean="0">
                <a:solidFill>
                  <a:srgbClr val="273370"/>
                </a:solidFill>
                <a:latin typeface="+mn-lt"/>
                <a:ea typeface="+mn-ea"/>
                <a:cs typeface="+mn-cs"/>
                <a:sym typeface="+mn-lt"/>
              </a:defRPr>
            </a:lvl1pPr>
            <a:lvl2pPr>
              <a:defRPr sz="5400"/>
            </a:lvl2pPr>
            <a:lvl3pPr>
              <a:defRPr sz="5400"/>
            </a:lvl3pPr>
            <a:lvl4pPr>
              <a:defRPr sz="5400"/>
            </a:lvl4pPr>
            <a:lvl5pPr>
              <a:defRPr sz="5400"/>
            </a:lvl5pPr>
          </a:lstStyle>
          <a:p>
            <a:pPr lvl="0"/>
            <a:r>
              <a:rPr lang="ar-KW" dirty="0"/>
              <a:t>بيان النص العظيم</a:t>
            </a:r>
          </a:p>
        </p:txBody>
      </p:sp>
      <p:sp>
        <p:nvSpPr>
          <p:cNvPr id="8"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Tree>
    <p:extLst>
      <p:ext uri="{BB962C8B-B14F-4D97-AF65-F5344CB8AC3E}">
        <p14:creationId xmlns:p14="http://schemas.microsoft.com/office/powerpoint/2010/main" val="192538031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5">
            <a:extLst>
              <a:ext uri="{28A0092B-C50C-407E-A947-70E740481C1C}">
                <a14:useLocalDpi xmlns:a14="http://schemas.microsoft.com/office/drawing/2010/main" val="0"/>
              </a:ext>
            </a:extLst>
          </a:blip>
          <a:srcRect r="3634" b="1258"/>
          <a:stretch/>
        </p:blipFill>
        <p:spPr>
          <a:xfrm rot="16200000" flipH="1">
            <a:off x="6797463" y="110970"/>
            <a:ext cx="769257" cy="10019821"/>
          </a:xfrm>
          <a:prstGeom prst="rect">
            <a:avLst/>
          </a:prstGeom>
        </p:spPr>
      </p:pic>
      <p:sp>
        <p:nvSpPr>
          <p:cNvPr id="59" name="Freeform 58"/>
          <p:cNvSpPr>
            <a:spLocks/>
          </p:cNvSpPr>
          <p:nvPr/>
        </p:nvSpPr>
        <p:spPr bwMode="white">
          <a:xfrm flipH="1">
            <a:off x="0" y="3"/>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sym typeface="+mn-lt"/>
            </a:endParaRPr>
          </a:p>
        </p:txBody>
      </p:sp>
      <p:sp>
        <p:nvSpPr>
          <p:cNvPr id="12" name="TextBox 11"/>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8621905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2C2C2C"/>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4" name="Title 3"/>
          <p:cNvSpPr>
            <a:spLocks noGrp="1"/>
          </p:cNvSpPr>
          <p:nvPr>
            <p:ph type="title" hasCustomPrompt="1"/>
          </p:nvPr>
        </p:nvSpPr>
        <p:spPr>
          <a:xfrm>
            <a:off x="695326" y="512766"/>
            <a:ext cx="10764835" cy="909637"/>
          </a:xfrm>
        </p:spPr>
        <p:txBody>
          <a:bodyPr>
            <a:noAutofit/>
          </a:bodyPr>
          <a:lstStyle>
            <a:lvl1pPr>
              <a:defRPr sz="3400">
                <a:solidFill>
                  <a:schemeClr val="bg1"/>
                </a:solidFill>
                <a:latin typeface="+mj-lt"/>
                <a:ea typeface="+mj-ea"/>
                <a:cs typeface="+mj-cs"/>
                <a:sym typeface="+mj-lt"/>
              </a:defRPr>
            </a:lvl1pPr>
          </a:lstStyle>
          <a:p>
            <a:r>
              <a:rPr lang="ar-KW" dirty="0"/>
              <a:t>عنوان</a:t>
            </a:r>
            <a:endParaRPr lang="en-US" dirty="0"/>
          </a:p>
        </p:txBody>
      </p:sp>
      <p:sp>
        <p:nvSpPr>
          <p:cNvPr id="9"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6" name="TextBox 15"/>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4879499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8"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Tree>
    <p:extLst>
      <p:ext uri="{BB962C8B-B14F-4D97-AF65-F5344CB8AC3E}">
        <p14:creationId xmlns:p14="http://schemas.microsoft.com/office/powerpoint/2010/main" val="294001741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7"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8" name="TextBox 7"/>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421923635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rgbClr val="F2F2F2"/>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spTree>
    <p:extLst>
      <p:ext uri="{BB962C8B-B14F-4D97-AF65-F5344CB8AC3E}">
        <p14:creationId xmlns:p14="http://schemas.microsoft.com/office/powerpoint/2010/main" val="64348293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0" name="Picture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5" name="Title 17"/>
          <p:cNvSpPr txBox="1">
            <a:spLocks/>
          </p:cNvSpPr>
          <p:nvPr userDrawn="1"/>
        </p:nvSpPr>
        <p:spPr>
          <a:xfrm>
            <a:off x="4796118" y="2431688"/>
            <a:ext cx="6700559" cy="1994624"/>
          </a:xfrm>
          <a:prstGeom prst="rect">
            <a:avLst/>
          </a:prstGeom>
        </p:spPr>
        <p:txBody>
          <a:bodyPr vert="horz" wrap="square" lIns="0" tIns="0" rIns="0" bIns="0" rtlCol="0" anchor="ctr" anchorCtr="0">
            <a:noAutofit/>
          </a:bodyPr>
          <a:lstStyle>
            <a:lvl1pPr algn="l" defTabSz="914400" rtl="0" eaLnBrk="1" latinLnBrk="0" hangingPunct="1">
              <a:lnSpc>
                <a:spcPct val="90000"/>
              </a:lnSpc>
              <a:spcBef>
                <a:spcPct val="0"/>
              </a:spcBef>
              <a:buNone/>
              <a:defRPr sz="4000" b="1" kern="1200">
                <a:solidFill>
                  <a:schemeClr val="bg1"/>
                </a:solidFill>
                <a:latin typeface="+mj-lt"/>
                <a:ea typeface="+mj-ea"/>
                <a:cs typeface="+mj-cs"/>
                <a:sym typeface="+mj-lt"/>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AE" sz="6000" b="0" i="0" u="none" strike="noStrike" kern="1200" cap="none" spc="0" normalizeH="0" baseline="0" noProof="0" dirty="0">
                <a:ln>
                  <a:noFill/>
                </a:ln>
                <a:solidFill>
                  <a:srgbClr val="FFFFFF"/>
                </a:solidFill>
                <a:effectLst/>
                <a:uLnTx/>
                <a:uFillTx/>
                <a:latin typeface="DIN Next LT Arabic Light"/>
                <a:ea typeface="+mj-ea"/>
                <a:cs typeface="DIN Next LT Arabic Light"/>
                <a:sym typeface="+mj-lt"/>
              </a:rPr>
              <a:t>شكرا لكم</a:t>
            </a:r>
          </a:p>
        </p:txBody>
      </p:sp>
      <p:grpSp>
        <p:nvGrpSpPr>
          <p:cNvPr id="3" name="Group 2"/>
          <p:cNvGrpSpPr/>
          <p:nvPr userDrawn="1"/>
        </p:nvGrpSpPr>
        <p:grpSpPr>
          <a:xfrm>
            <a:off x="3" y="4078944"/>
            <a:ext cx="4794997" cy="2779059"/>
            <a:chOff x="0" y="4078941"/>
            <a:chExt cx="4794997" cy="2779059"/>
          </a:xfrm>
        </p:grpSpPr>
        <p:sp>
          <p:nvSpPr>
            <p:cNvPr id="8" name="Isosceles Triangle 7"/>
            <p:cNvSpPr/>
            <p:nvPr userDrawn="1"/>
          </p:nvSpPr>
          <p:spPr>
            <a:xfrm flipH="1">
              <a:off x="0" y="4078941"/>
              <a:ext cx="4794997" cy="2779059"/>
            </a:xfrm>
            <a:prstGeom prst="triangle">
              <a:avLst>
                <a:gd name="adj" fmla="val 100000"/>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9" name="Picture 8"/>
            <p:cNvPicPr>
              <a:picLocks noChangeAspect="1"/>
            </p:cNvPicPr>
            <p:nvPr userDrawn="1"/>
          </p:nvPicPr>
          <p:blipFill rotWithShape="1">
            <a:blip r:embed="rId6" cstate="print">
              <a:extLst>
                <a:ext uri="{28A0092B-C50C-407E-A947-70E740481C1C}">
                  <a14:useLocalDpi xmlns:a14="http://schemas.microsoft.com/office/drawing/2010/main" val="0"/>
                </a:ext>
              </a:extLst>
            </a:blip>
            <a:srcRect l="6953" t="16096" r="6876" b="17094"/>
            <a:stretch/>
          </p:blipFill>
          <p:spPr>
            <a:xfrm>
              <a:off x="375399" y="5745173"/>
              <a:ext cx="1967751" cy="717168"/>
            </a:xfrm>
            <a:prstGeom prst="rect">
              <a:avLst/>
            </a:prstGeom>
          </p:spPr>
        </p:pic>
      </p:grpSp>
    </p:spTree>
    <p:extLst>
      <p:ext uri="{BB962C8B-B14F-4D97-AF65-F5344CB8AC3E}">
        <p14:creationId xmlns:p14="http://schemas.microsoft.com/office/powerpoint/2010/main" val="6993822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6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2" name="Group 1"/>
          <p:cNvGrpSpPr/>
          <p:nvPr userDrawn="1"/>
        </p:nvGrpSpPr>
        <p:grpSpPr>
          <a:xfrm>
            <a:off x="-900" y="2"/>
            <a:ext cx="12193800" cy="6858001"/>
            <a:chOff x="-900" y="0"/>
            <a:chExt cx="12193800" cy="6858001"/>
          </a:xfrm>
        </p:grpSpPr>
        <p:sp>
          <p:nvSpPr>
            <p:cNvPr id="193" name="Freeform 192"/>
            <p:cNvSpPr/>
            <p:nvPr/>
          </p:nvSpPr>
          <p:spPr>
            <a:xfrm>
              <a:off x="-300" y="0"/>
              <a:ext cx="12193200" cy="6858000"/>
            </a:xfrm>
            <a:custGeom>
              <a:avLst/>
              <a:gdLst>
                <a:gd name="connsiteX0" fmla="*/ 629400 w 12193200"/>
                <a:gd name="connsiteY0" fmla="*/ 487679 h 6858000"/>
                <a:gd name="connsiteX1" fmla="*/ 629400 w 12193200"/>
                <a:gd name="connsiteY1" fmla="*/ 774466 h 6858000"/>
                <a:gd name="connsiteX2" fmla="*/ 630001 w 12193200"/>
                <a:gd name="connsiteY2" fmla="*/ 774466 h 6858000"/>
                <a:gd name="connsiteX3" fmla="*/ 630001 w 12193200"/>
                <a:gd name="connsiteY3" fmla="*/ 5936631 h 6858000"/>
                <a:gd name="connsiteX4" fmla="*/ 11562000 w 12193200"/>
                <a:gd name="connsiteY4" fmla="*/ 5936631 h 6858000"/>
                <a:gd name="connsiteX5" fmla="*/ 11562000 w 12193200"/>
                <a:gd name="connsiteY5" fmla="*/ 622800 h 6858000"/>
                <a:gd name="connsiteX6" fmla="*/ 11561629 w 12193200"/>
                <a:gd name="connsiteY6" fmla="*/ 622800 h 6858000"/>
                <a:gd name="connsiteX7" fmla="*/ 11561629 w 12193200"/>
                <a:gd name="connsiteY7" fmla="*/ 487679 h 6858000"/>
                <a:gd name="connsiteX8" fmla="*/ 0 w 12193200"/>
                <a:gd name="connsiteY8" fmla="*/ 0 h 6858000"/>
                <a:gd name="connsiteX9" fmla="*/ 12193200 w 12193200"/>
                <a:gd name="connsiteY9" fmla="*/ 0 h 6858000"/>
                <a:gd name="connsiteX10" fmla="*/ 12193200 w 12193200"/>
                <a:gd name="connsiteY10" fmla="*/ 622800 h 6858000"/>
                <a:gd name="connsiteX11" fmla="*/ 12192000 w 12193200"/>
                <a:gd name="connsiteY11" fmla="*/ 622800 h 6858000"/>
                <a:gd name="connsiteX12" fmla="*/ 12192000 w 12193200"/>
                <a:gd name="connsiteY12" fmla="*/ 6160597 h 6858000"/>
                <a:gd name="connsiteX13" fmla="*/ 12193200 w 12193200"/>
                <a:gd name="connsiteY13" fmla="*/ 6160597 h 6858000"/>
                <a:gd name="connsiteX14" fmla="*/ 12193200 w 12193200"/>
                <a:gd name="connsiteY14" fmla="*/ 6858000 h 6858000"/>
                <a:gd name="connsiteX15" fmla="*/ 12192000 w 12193200"/>
                <a:gd name="connsiteY15" fmla="*/ 6858000 h 6858000"/>
                <a:gd name="connsiteX16" fmla="*/ 11562000 w 12193200"/>
                <a:gd name="connsiteY16" fmla="*/ 6858000 h 6858000"/>
                <a:gd name="connsiteX17" fmla="*/ 630001 w 12193200"/>
                <a:gd name="connsiteY17" fmla="*/ 6858000 h 6858000"/>
                <a:gd name="connsiteX18" fmla="*/ 1 w 12193200"/>
                <a:gd name="connsiteY18" fmla="*/ 6858000 h 6858000"/>
                <a:gd name="connsiteX19" fmla="*/ 1 w 12193200"/>
                <a:gd name="connsiteY19" fmla="*/ 6160597 h 6858000"/>
                <a:gd name="connsiteX20" fmla="*/ 1 w 12193200"/>
                <a:gd name="connsiteY20" fmla="*/ 622800 h 6858000"/>
                <a:gd name="connsiteX21" fmla="*/ 0 w 12193200"/>
                <a:gd name="connsiteY21"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3200" h="6858000">
                  <a:moveTo>
                    <a:pt x="629400" y="487679"/>
                  </a:moveTo>
                  <a:lnTo>
                    <a:pt x="629400" y="774466"/>
                  </a:lnTo>
                  <a:lnTo>
                    <a:pt x="630001" y="774466"/>
                  </a:lnTo>
                  <a:lnTo>
                    <a:pt x="630001" y="5936631"/>
                  </a:lnTo>
                  <a:lnTo>
                    <a:pt x="11562000" y="5936631"/>
                  </a:lnTo>
                  <a:lnTo>
                    <a:pt x="11562000" y="622800"/>
                  </a:lnTo>
                  <a:lnTo>
                    <a:pt x="11561629" y="622800"/>
                  </a:lnTo>
                  <a:lnTo>
                    <a:pt x="11561629" y="487679"/>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195" name="Footnote measure"/>
            <p:cNvSpPr>
              <a:spLocks noChangeArrowheads="1"/>
            </p:cNvSpPr>
            <p:nvPr/>
          </p:nvSpPr>
          <p:spPr bwMode="auto">
            <a:xfrm>
              <a:off x="695325" y="5936630"/>
              <a:ext cx="10764835" cy="623310"/>
            </a:xfrm>
            <a:prstGeom prst="rect">
              <a:avLst/>
            </a:prstGeom>
            <a:solidFill>
              <a:srgbClr val="FDBD4D">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194" name="Slide edges"/>
            <p:cNvSpPr>
              <a:spLocks/>
            </p:cNvSpPr>
            <p:nvPr/>
          </p:nvSpPr>
          <p:spPr bwMode="auto">
            <a:xfrm>
              <a:off x="-900" y="1"/>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rgbClr val="69696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DIN Next LT Arabic Light"/>
                <a:ea typeface="+mn-ea"/>
                <a:cs typeface="DIN Next LT Arabic Light"/>
              </a:endParaRPr>
            </a:p>
          </p:txBody>
        </p:sp>
        <p:cxnSp>
          <p:nvCxnSpPr>
            <p:cNvPr id="218" name="Straight Connector 217"/>
            <p:cNvCxnSpPr/>
            <p:nvPr/>
          </p:nvCxnSpPr>
          <p:spPr>
            <a:xfrm>
              <a:off x="-900" y="487679"/>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9" name="Straight Connector 218"/>
            <p:cNvCxnSpPr/>
            <p:nvPr/>
          </p:nvCxnSpPr>
          <p:spPr>
            <a:xfrm>
              <a:off x="-900" y="774466"/>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p:nvPr/>
          </p:nvCxnSpPr>
          <p:spPr>
            <a:xfrm>
              <a:off x="-900" y="1061254"/>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p:nvPr/>
          </p:nvCxnSpPr>
          <p:spPr>
            <a:xfrm>
              <a:off x="-900" y="1348599"/>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p:nvPr/>
          </p:nvCxnSpPr>
          <p:spPr>
            <a:xfrm>
              <a:off x="-900" y="1634829"/>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3" name="Straight Connector 222"/>
            <p:cNvCxnSpPr/>
            <p:nvPr/>
          </p:nvCxnSpPr>
          <p:spPr>
            <a:xfrm>
              <a:off x="-900" y="1921616"/>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4" name="Straight Connector 223"/>
            <p:cNvCxnSpPr/>
            <p:nvPr/>
          </p:nvCxnSpPr>
          <p:spPr>
            <a:xfrm>
              <a:off x="-900" y="2208403"/>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5" name="Straight Connector 224"/>
            <p:cNvCxnSpPr/>
            <p:nvPr/>
          </p:nvCxnSpPr>
          <p:spPr>
            <a:xfrm>
              <a:off x="-900" y="2495191"/>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6" name="Straight Connector 225"/>
            <p:cNvCxnSpPr/>
            <p:nvPr/>
          </p:nvCxnSpPr>
          <p:spPr>
            <a:xfrm>
              <a:off x="-900" y="2781978"/>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7" name="Straight Connector 226"/>
            <p:cNvCxnSpPr/>
            <p:nvPr/>
          </p:nvCxnSpPr>
          <p:spPr>
            <a:xfrm>
              <a:off x="-900" y="3068766"/>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8" name="Straight Connector 227"/>
            <p:cNvCxnSpPr/>
            <p:nvPr/>
          </p:nvCxnSpPr>
          <p:spPr>
            <a:xfrm>
              <a:off x="-900" y="3355553"/>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9" name="Straight Connector 228"/>
            <p:cNvCxnSpPr/>
            <p:nvPr/>
          </p:nvCxnSpPr>
          <p:spPr>
            <a:xfrm>
              <a:off x="-900" y="3642341"/>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0" name="Straight Connector 229"/>
            <p:cNvCxnSpPr/>
            <p:nvPr/>
          </p:nvCxnSpPr>
          <p:spPr>
            <a:xfrm>
              <a:off x="-900" y="3929128"/>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1" name="Straight Connector 230"/>
            <p:cNvCxnSpPr/>
            <p:nvPr/>
          </p:nvCxnSpPr>
          <p:spPr>
            <a:xfrm>
              <a:off x="-900" y="4215915"/>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2" name="Straight Connector 231"/>
            <p:cNvCxnSpPr/>
            <p:nvPr/>
          </p:nvCxnSpPr>
          <p:spPr>
            <a:xfrm>
              <a:off x="-900" y="4502703"/>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3" name="Straight Connector 232"/>
            <p:cNvCxnSpPr/>
            <p:nvPr/>
          </p:nvCxnSpPr>
          <p:spPr>
            <a:xfrm>
              <a:off x="-900" y="4789490"/>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p:nvPr/>
          </p:nvCxnSpPr>
          <p:spPr>
            <a:xfrm>
              <a:off x="-900" y="5076278"/>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p:nvPr/>
          </p:nvCxnSpPr>
          <p:spPr>
            <a:xfrm>
              <a:off x="-900" y="5363065"/>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p:nvPr/>
          </p:nvCxnSpPr>
          <p:spPr>
            <a:xfrm>
              <a:off x="-900" y="5649852"/>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37" name="Straight Connector 236"/>
            <p:cNvCxnSpPr/>
            <p:nvPr/>
          </p:nvCxnSpPr>
          <p:spPr>
            <a:xfrm>
              <a:off x="-900" y="5936631"/>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sp>
          <p:nvSpPr>
            <p:cNvPr id="207" name="Rectangle 34"/>
            <p:cNvSpPr>
              <a:spLocks noChangeArrowheads="1"/>
            </p:cNvSpPr>
            <p:nvPr/>
          </p:nvSpPr>
          <p:spPr bwMode="auto">
            <a:xfrm>
              <a:off x="688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08" name="Rectangle 35"/>
            <p:cNvSpPr>
              <a:spLocks noChangeArrowheads="1"/>
            </p:cNvSpPr>
            <p:nvPr/>
          </p:nvSpPr>
          <p:spPr bwMode="auto">
            <a:xfrm>
              <a:off x="875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09" name="Rectangle 36"/>
            <p:cNvSpPr>
              <a:spLocks noChangeArrowheads="1"/>
            </p:cNvSpPr>
            <p:nvPr/>
          </p:nvSpPr>
          <p:spPr bwMode="auto">
            <a:xfrm>
              <a:off x="7821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10" name="Rectangle 37"/>
            <p:cNvSpPr>
              <a:spLocks noChangeArrowheads="1"/>
            </p:cNvSpPr>
            <p:nvPr/>
          </p:nvSpPr>
          <p:spPr bwMode="auto">
            <a:xfrm>
              <a:off x="9691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11" name="Rectangle 38"/>
            <p:cNvSpPr>
              <a:spLocks noChangeArrowheads="1"/>
            </p:cNvSpPr>
            <p:nvPr/>
          </p:nvSpPr>
          <p:spPr bwMode="auto">
            <a:xfrm>
              <a:off x="1062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12" name="Rectangle 39"/>
            <p:cNvSpPr>
              <a:spLocks noChangeArrowheads="1"/>
            </p:cNvSpPr>
            <p:nvPr/>
          </p:nvSpPr>
          <p:spPr bwMode="auto">
            <a:xfrm>
              <a:off x="5951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13" name="Rectangle 40"/>
            <p:cNvSpPr>
              <a:spLocks noChangeArrowheads="1"/>
            </p:cNvSpPr>
            <p:nvPr/>
          </p:nvSpPr>
          <p:spPr bwMode="auto">
            <a:xfrm>
              <a:off x="127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14" name="Rectangle 41"/>
            <p:cNvSpPr>
              <a:spLocks noChangeArrowheads="1"/>
            </p:cNvSpPr>
            <p:nvPr/>
          </p:nvSpPr>
          <p:spPr bwMode="auto">
            <a:xfrm>
              <a:off x="2211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15" name="Rectangle 42"/>
            <p:cNvSpPr>
              <a:spLocks noChangeArrowheads="1"/>
            </p:cNvSpPr>
            <p:nvPr/>
          </p:nvSpPr>
          <p:spPr bwMode="auto">
            <a:xfrm>
              <a:off x="314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16" name="Rectangle 43"/>
            <p:cNvSpPr>
              <a:spLocks noChangeArrowheads="1"/>
            </p:cNvSpPr>
            <p:nvPr/>
          </p:nvSpPr>
          <p:spPr bwMode="auto">
            <a:xfrm>
              <a:off x="4081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17" name="Rectangle 44"/>
            <p:cNvSpPr>
              <a:spLocks noChangeArrowheads="1"/>
            </p:cNvSpPr>
            <p:nvPr/>
          </p:nvSpPr>
          <p:spPr bwMode="auto">
            <a:xfrm>
              <a:off x="501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198" name="Whitespace measure"/>
            <p:cNvSpPr>
              <a:spLocks noChangeArrowheads="1"/>
            </p:cNvSpPr>
            <p:nvPr/>
          </p:nvSpPr>
          <p:spPr bwMode="auto">
            <a:xfrm>
              <a:off x="695325" y="1348599"/>
              <a:ext cx="10764835" cy="573947"/>
            </a:xfrm>
            <a:prstGeom prst="rect">
              <a:avLst/>
            </a:prstGeom>
            <a:solidFill>
              <a:srgbClr val="FDBD4D">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02" name="Rectangle 5"/>
            <p:cNvSpPr>
              <a:spLocks noChangeArrowheads="1"/>
            </p:cNvSpPr>
            <p:nvPr/>
          </p:nvSpPr>
          <p:spPr bwMode="auto">
            <a:xfrm>
              <a:off x="2911393" y="5755080"/>
              <a:ext cx="1900563" cy="78274"/>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03" name="Rectangle 7"/>
            <p:cNvSpPr>
              <a:spLocks noChangeArrowheads="1"/>
            </p:cNvSpPr>
            <p:nvPr/>
          </p:nvSpPr>
          <p:spPr bwMode="auto">
            <a:xfrm>
              <a:off x="9553574" y="5755080"/>
              <a:ext cx="1906587" cy="78274"/>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04" name="Rectangle 9"/>
            <p:cNvSpPr>
              <a:spLocks noChangeArrowheads="1"/>
            </p:cNvSpPr>
            <p:nvPr/>
          </p:nvSpPr>
          <p:spPr bwMode="auto">
            <a:xfrm>
              <a:off x="7334494" y="5755080"/>
              <a:ext cx="1906587" cy="78274"/>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05" name="Rectangle 11"/>
            <p:cNvSpPr>
              <a:spLocks noChangeArrowheads="1"/>
            </p:cNvSpPr>
            <p:nvPr/>
          </p:nvSpPr>
          <p:spPr bwMode="auto">
            <a:xfrm>
              <a:off x="5124450" y="5755080"/>
              <a:ext cx="1897551" cy="78274"/>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06" name="Rectangle 13"/>
            <p:cNvSpPr>
              <a:spLocks noChangeArrowheads="1"/>
            </p:cNvSpPr>
            <p:nvPr/>
          </p:nvSpPr>
          <p:spPr bwMode="auto">
            <a:xfrm>
              <a:off x="695325" y="5755080"/>
              <a:ext cx="1903575" cy="78274"/>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200" name="Live area"/>
            <p:cNvSpPr/>
            <p:nvPr/>
          </p:nvSpPr>
          <p:spPr>
            <a:xfrm>
              <a:off x="695325" y="1921238"/>
              <a:ext cx="10764835" cy="4015393"/>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C00000">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47" name="ee4pFootnotes"/>
            <p:cNvSpPr>
              <a:spLocks noChangeArrowheads="1"/>
            </p:cNvSpPr>
            <p:nvPr userDrawn="1"/>
          </p:nvSpPr>
          <p:spPr bwMode="auto">
            <a:xfrm>
              <a:off x="2429248" y="6144442"/>
              <a:ext cx="9030914" cy="415498"/>
            </a:xfrm>
            <a:prstGeom prst="rect">
              <a:avLst/>
            </a:prstGeom>
            <a:noFill/>
            <a:ln w="9525" algn="ctr">
              <a:noFill/>
              <a:miter lim="800000"/>
              <a:headEnd type="none" w="lg" len="lg"/>
              <a:tailEnd type="none" w="lg" len="lg"/>
            </a:ln>
          </p:spPr>
          <p:txBody>
            <a:bodyPr vert="horz" wrap="square" lIns="0" tIns="0" rIns="0" bIns="0" anchor="b" anchorCtr="0">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ar-AE" sz="1000" b="0" i="0" u="none" strike="noStrike" kern="1200" cap="none" spc="0" normalizeH="0" baseline="0" noProof="0" dirty="0">
                  <a:ln>
                    <a:noFill/>
                  </a:ln>
                  <a:solidFill>
                    <a:srgbClr val="A6A6A6"/>
                  </a:solidFill>
                  <a:effectLst/>
                  <a:uLnTx/>
                  <a:uFillTx/>
                  <a:latin typeface="DIN Next LT Arabic Light"/>
                  <a:ea typeface="+mn-ea"/>
                  <a:cs typeface="DIN Next LT Arabic Light"/>
                  <a:sym typeface="+mn-lt"/>
                </a:rPr>
                <a:t>1. xxxx 2. xxxx 3. xxxx</a:t>
              </a:r>
            </a:p>
            <a:p>
              <a:pPr marL="0" marR="0" lvl="0" indent="0" algn="r" defTabSz="914400" rtl="1" eaLnBrk="1" fontAlgn="auto" latinLnBrk="0" hangingPunct="1">
                <a:lnSpc>
                  <a:spcPct val="90000"/>
                </a:lnSpc>
                <a:spcBef>
                  <a:spcPts val="0"/>
                </a:spcBef>
                <a:spcAft>
                  <a:spcPts val="0"/>
                </a:spcAft>
                <a:buClrTx/>
                <a:buSzTx/>
                <a:buFontTx/>
                <a:buNone/>
                <a:tabLst/>
                <a:defRPr/>
              </a:pPr>
              <a:r>
                <a:rPr kumimoji="0" lang="ar-AE" sz="1000" b="0" i="0" u="none" strike="noStrike" kern="1200" cap="none" spc="0" normalizeH="0" baseline="0" noProof="0" dirty="0">
                  <a:ln>
                    <a:noFill/>
                  </a:ln>
                  <a:solidFill>
                    <a:srgbClr val="A6A6A6"/>
                  </a:solidFill>
                  <a:effectLst/>
                  <a:uLnTx/>
                  <a:uFillTx/>
                  <a:latin typeface="DIN Next LT Arabic Light"/>
                  <a:ea typeface="+mn-ea"/>
                  <a:cs typeface="DIN Next LT Arabic Light"/>
                  <a:sym typeface="+mn-lt"/>
                </a:rPr>
                <a:t>ملاحظة: سرد الحواشي بالترتيب العددي. أرقام الحاشية السفلية ليست بين قوسين. استخدام الخط 10pt. لا تضع فترة في نهاية الملاحظة أو المصدر</a:t>
              </a:r>
            </a:p>
            <a:p>
              <a:pPr marL="0" marR="0" lvl="0" indent="0" algn="r" defTabSz="914400" rtl="1" eaLnBrk="1" fontAlgn="auto" latinLnBrk="0" hangingPunct="1">
                <a:lnSpc>
                  <a:spcPct val="90000"/>
                </a:lnSpc>
                <a:spcBef>
                  <a:spcPts val="0"/>
                </a:spcBef>
                <a:spcAft>
                  <a:spcPts val="0"/>
                </a:spcAft>
                <a:buClrTx/>
                <a:buSzTx/>
                <a:buFontTx/>
                <a:buNone/>
                <a:tabLst/>
                <a:defRPr/>
              </a:pPr>
              <a:r>
                <a:rPr kumimoji="0" lang="ar-AE" sz="1000" b="0" i="0" u="none" strike="noStrike" kern="1200" cap="none" spc="0" normalizeH="0" baseline="0" noProof="0" dirty="0">
                  <a:ln>
                    <a:noFill/>
                  </a:ln>
                  <a:solidFill>
                    <a:srgbClr val="A6A6A6"/>
                  </a:solidFill>
                  <a:effectLst/>
                  <a:uLnTx/>
                  <a:uFillTx/>
                  <a:latin typeface="DIN Next LT Arabic Light"/>
                  <a:ea typeface="+mn-ea"/>
                  <a:cs typeface="DIN Next LT Arabic Light"/>
                  <a:sym typeface="+mn-lt"/>
                </a:rPr>
                <a:t>المصدر: قم بتضمين مصدر لكل مخطط تستخدمه. مصادر منفصلة بفاصلة منقوطة ؛ مصادر BCG ذات الصلة تذهب في النهاية</a:t>
              </a:r>
            </a:p>
          </p:txBody>
        </p:sp>
      </p:grpSp>
    </p:spTree>
    <p:extLst>
      <p:ext uri="{BB962C8B-B14F-4D97-AF65-F5344CB8AC3E}">
        <p14:creationId xmlns:p14="http://schemas.microsoft.com/office/powerpoint/2010/main" val="13419386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2" name="Object 1" hidden="1"/>
                      <p:cNvPicPr/>
                      <p:nvPr/>
                    </p:nvPicPr>
                    <p:blipFill>
                      <a:blip r:embed="rId5"/>
                      <a:stretch>
                        <a:fillRect/>
                      </a:stretch>
                    </p:blipFill>
                    <p:spPr>
                      <a:xfrm>
                        <a:off x="1590" y="1591"/>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2" y="0"/>
            <a:ext cx="158750" cy="158750"/>
          </a:xfrm>
          <a:prstGeom prst="rect">
            <a:avLst/>
          </a:prstGeom>
          <a:solidFill>
            <a:schemeClr val="tx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defRPr/>
            </a:pPr>
            <a:endParaRPr kumimoji="0" lang="ar-SA" sz="4400" b="0" i="0" u="none" strike="noStrike" kern="1200" cap="none" spc="0" normalizeH="0" baseline="0" noProof="0" dirty="0" err="1">
              <a:ln>
                <a:noFill/>
              </a:ln>
              <a:solidFill>
                <a:srgbClr val="FFFFFF"/>
              </a:solidFill>
              <a:effectLst/>
              <a:uLnTx/>
              <a:uFillTx/>
              <a:latin typeface="DIN Next LT Arabic Light"/>
              <a:ea typeface="+mn-ea"/>
              <a:cs typeface="DIN Next LT Arabic Light"/>
              <a:sym typeface="DIN Next LT Arabic Light" panose="020B0303020203050203" pitchFamily="34" charset="-78"/>
            </a:endParaRPr>
          </a:p>
        </p:txBody>
      </p:sp>
      <p:pic>
        <p:nvPicPr>
          <p:cNvPr id="12" name="Picture 11"/>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4" name="Title 1">
            <a:extLst>
              <a:ext uri="{FF2B5EF4-FFF2-40B4-BE49-F238E27FC236}">
                <a16:creationId xmlns:a16="http://schemas.microsoft.com/office/drawing/2014/main" id="{B1BE9CA4-DAD2-FF48-A729-547A9CF8A2CD}"/>
              </a:ext>
            </a:extLst>
          </p:cNvPr>
          <p:cNvSpPr>
            <a:spLocks noGrp="1"/>
          </p:cNvSpPr>
          <p:nvPr>
            <p:ph type="ctrTitle" hasCustomPrompt="1"/>
          </p:nvPr>
        </p:nvSpPr>
        <p:spPr>
          <a:xfrm>
            <a:off x="4796119" y="1360173"/>
            <a:ext cx="6700558" cy="1994624"/>
          </a:xfrm>
        </p:spPr>
        <p:txBody>
          <a:bodyPr lIns="0" tIns="0" rIns="0" bIns="0" anchor="b">
            <a:noAutofit/>
          </a:bodyPr>
          <a:lstStyle>
            <a:lvl1pPr algn="r" rtl="1">
              <a:defRPr sz="4400">
                <a:solidFill>
                  <a:schemeClr val="bg1"/>
                </a:solidFill>
                <a:latin typeface="+mj-lt"/>
                <a:ea typeface="+mj-ea"/>
                <a:cs typeface="+mj-cs"/>
                <a:sym typeface="+mj-lt"/>
              </a:defRPr>
            </a:lvl1pPr>
          </a:lstStyle>
          <a:p>
            <a:r>
              <a:rPr lang="ar-SA" dirty="0"/>
              <a:t>عنوان العرض التقديمي يذهب هنا</a:t>
            </a:r>
          </a:p>
        </p:txBody>
      </p:sp>
      <p:sp>
        <p:nvSpPr>
          <p:cNvPr id="17" name="Subtitle 2">
            <a:extLst>
              <a:ext uri="{FF2B5EF4-FFF2-40B4-BE49-F238E27FC236}">
                <a16:creationId xmlns:a16="http://schemas.microsoft.com/office/drawing/2014/main" id="{29E3B25C-B170-F241-807D-DB55A4665B0B}"/>
              </a:ext>
            </a:extLst>
          </p:cNvPr>
          <p:cNvSpPr>
            <a:spLocks noGrp="1"/>
          </p:cNvSpPr>
          <p:nvPr>
            <p:ph type="subTitle" idx="1" hasCustomPrompt="1"/>
          </p:nvPr>
        </p:nvSpPr>
        <p:spPr>
          <a:xfrm>
            <a:off x="4796115" y="3510540"/>
            <a:ext cx="6700560" cy="863751"/>
          </a:xfrm>
        </p:spPr>
        <p:txBody>
          <a:bodyPr lIns="0" tIns="0" rIns="0" bIns="0">
            <a:noAutofit/>
          </a:bodyPr>
          <a:lstStyle>
            <a:lvl1pPr marL="0" indent="0" algn="r" rtl="1">
              <a:buNone/>
              <a:defRPr sz="2400">
                <a:solidFill>
                  <a:schemeClr val="bg1"/>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dirty="0"/>
              <a:t>العنوان الفرعي للعرض هنا</a:t>
            </a:r>
          </a:p>
        </p:txBody>
      </p:sp>
      <p:sp>
        <p:nvSpPr>
          <p:cNvPr id="19" name="Text Placeholder 4"/>
          <p:cNvSpPr>
            <a:spLocks noGrp="1"/>
          </p:cNvSpPr>
          <p:nvPr>
            <p:ph type="body" sz="quarter" idx="11" hasCustomPrompt="1"/>
          </p:nvPr>
        </p:nvSpPr>
        <p:spPr>
          <a:xfrm>
            <a:off x="6096001" y="4586289"/>
            <a:ext cx="5400675" cy="365125"/>
          </a:xfrm>
        </p:spPr>
        <p:txBody>
          <a:bodyPr/>
          <a:lstStyle>
            <a:lvl1pPr algn="r" rtl="0">
              <a:defRPr sz="1800">
                <a:solidFill>
                  <a:schemeClr val="bg1"/>
                </a:solidFill>
              </a:defRPr>
            </a:lvl1pPr>
          </a:lstStyle>
          <a:p>
            <a:pPr lvl="0"/>
            <a:r>
              <a:rPr lang="en-US" dirty="0"/>
              <a:t>Date</a:t>
            </a:r>
          </a:p>
        </p:txBody>
      </p:sp>
      <p:grpSp>
        <p:nvGrpSpPr>
          <p:cNvPr id="3" name="Group 2"/>
          <p:cNvGrpSpPr/>
          <p:nvPr userDrawn="1"/>
        </p:nvGrpSpPr>
        <p:grpSpPr>
          <a:xfrm>
            <a:off x="3" y="4078944"/>
            <a:ext cx="4794997" cy="2779059"/>
            <a:chOff x="0" y="4078941"/>
            <a:chExt cx="4794997" cy="2779059"/>
          </a:xfrm>
        </p:grpSpPr>
        <p:sp>
          <p:nvSpPr>
            <p:cNvPr id="15" name="Isosceles Triangle 14"/>
            <p:cNvSpPr/>
            <p:nvPr userDrawn="1"/>
          </p:nvSpPr>
          <p:spPr>
            <a:xfrm flipH="1">
              <a:off x="0" y="4078941"/>
              <a:ext cx="4794997" cy="2779059"/>
            </a:xfrm>
            <a:prstGeom prst="triangle">
              <a:avLst>
                <a:gd name="adj" fmla="val 100000"/>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1" name="Picture 10"/>
            <p:cNvPicPr>
              <a:picLocks noChangeAspect="1"/>
            </p:cNvPicPr>
            <p:nvPr userDrawn="1"/>
          </p:nvPicPr>
          <p:blipFill rotWithShape="1">
            <a:blip r:embed="rId7" cstate="print">
              <a:extLst>
                <a:ext uri="{28A0092B-C50C-407E-A947-70E740481C1C}">
                  <a14:useLocalDpi xmlns:a14="http://schemas.microsoft.com/office/drawing/2010/main" val="0"/>
                </a:ext>
              </a:extLst>
            </a:blip>
            <a:srcRect l="6953" t="16096" r="6876" b="17094"/>
            <a:stretch/>
          </p:blipFill>
          <p:spPr>
            <a:xfrm>
              <a:off x="375399" y="5745173"/>
              <a:ext cx="1967751" cy="717168"/>
            </a:xfrm>
            <a:prstGeom prst="rect">
              <a:avLst/>
            </a:prstGeom>
          </p:spPr>
        </p:pic>
      </p:grpSp>
    </p:spTree>
    <p:extLst>
      <p:ext uri="{BB962C8B-B14F-4D97-AF65-F5344CB8AC3E}">
        <p14:creationId xmlns:p14="http://schemas.microsoft.com/office/powerpoint/2010/main" val="381206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8" name="Title 7"/>
          <p:cNvSpPr>
            <a:spLocks noGrp="1"/>
          </p:cNvSpPr>
          <p:nvPr>
            <p:ph type="title" hasCustomPrompt="1"/>
          </p:nvPr>
        </p:nvSpPr>
        <p:spPr>
          <a:xfrm>
            <a:off x="731841" y="512766"/>
            <a:ext cx="10522113" cy="679543"/>
          </a:xfrm>
        </p:spPr>
        <p:txBody>
          <a:bodyPr>
            <a:noAutofit/>
          </a:bodyPr>
          <a:lstStyle>
            <a:lvl1pPr>
              <a:defRPr sz="2400">
                <a:latin typeface="+mj-lt"/>
                <a:ea typeface="+mj-ea"/>
                <a:cs typeface="+mj-cs"/>
                <a:sym typeface="+mj-lt"/>
              </a:defRPr>
            </a:lvl1pPr>
          </a:lstStyle>
          <a:p>
            <a:r>
              <a:rPr lang="ar-KW" dirty="0"/>
              <a:t>عنوان</a:t>
            </a:r>
            <a:endParaRPr lang="en-US" dirty="0"/>
          </a:p>
        </p:txBody>
      </p:sp>
      <p:sp>
        <p:nvSpPr>
          <p:cNvPr id="9"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7" name="Group 6"/>
          <p:cNvGrpSpPr/>
          <p:nvPr/>
        </p:nvGrpSpPr>
        <p:grpSpPr>
          <a:xfrm flipH="1">
            <a:off x="11332123" y="550754"/>
            <a:ext cx="462459" cy="576905"/>
            <a:chOff x="324330" y="590555"/>
            <a:chExt cx="608641" cy="759263"/>
          </a:xfrm>
        </p:grpSpPr>
        <p:sp>
          <p:nvSpPr>
            <p:cNvPr id="10" name="Parallelogram 9"/>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11" name="Rectangle 10"/>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Tree>
    <p:extLst>
      <p:ext uri="{BB962C8B-B14F-4D97-AF65-F5344CB8AC3E}">
        <p14:creationId xmlns:p14="http://schemas.microsoft.com/office/powerpoint/2010/main" val="33497733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9"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
        <p:nvSpPr>
          <p:cNvPr id="10" name="Text Placeholder 3"/>
          <p:cNvSpPr>
            <a:spLocks noGrp="1"/>
          </p:cNvSpPr>
          <p:nvPr>
            <p:ph idx="1" hasCustomPrompt="1"/>
          </p:nvPr>
        </p:nvSpPr>
        <p:spPr>
          <a:xfrm>
            <a:off x="695327" y="1959430"/>
            <a:ext cx="10764837" cy="3978184"/>
          </a:xfrm>
          <a:prstGeom prst="rect">
            <a:avLst/>
          </a:prstGeom>
        </p:spPr>
        <p:txBody>
          <a:bodyPr vert="horz" lIns="0" tIns="0" rIns="0" bIns="0" rtlCol="0">
            <a:noAutofit/>
          </a:bodyPr>
          <a:lstStyle>
            <a:lvl1pPr algn="r" rtl="1">
              <a:defRPr sz="1400">
                <a:solidFill>
                  <a:schemeClr val="tx1"/>
                </a:solidFill>
                <a:latin typeface="+mn-lt"/>
                <a:ea typeface="+mn-ea"/>
                <a:cs typeface="+mn-cs"/>
                <a:sym typeface="+mn-lt"/>
              </a:defRPr>
            </a:lvl1pPr>
            <a:lvl2pPr>
              <a:defRPr sz="1400">
                <a:latin typeface="+mn-lt"/>
                <a:ea typeface="+mn-ea"/>
                <a:cs typeface="+mn-cs"/>
                <a:sym typeface="+mn-lt"/>
              </a:defRPr>
            </a:lvl2pPr>
            <a:lvl3pPr>
              <a:defRPr sz="1400">
                <a:latin typeface="+mn-lt"/>
                <a:ea typeface="+mn-ea"/>
                <a:cs typeface="+mn-cs"/>
                <a:sym typeface="+mn-lt"/>
              </a:defRPr>
            </a:lvl3pPr>
          </a:lstStyle>
          <a:p>
            <a:pPr lvl="0"/>
            <a:r>
              <a:rPr lang="ar-SA" dirty="0"/>
              <a:t>تحرير أنماط النص ماجستير</a:t>
            </a:r>
          </a:p>
        </p:txBody>
      </p:sp>
      <p:sp>
        <p:nvSpPr>
          <p:cNvPr id="11" name="Title 7"/>
          <p:cNvSpPr>
            <a:spLocks noGrp="1"/>
          </p:cNvSpPr>
          <p:nvPr>
            <p:ph type="title" hasCustomPrompt="1"/>
          </p:nvPr>
        </p:nvSpPr>
        <p:spPr>
          <a:xfrm>
            <a:off x="695326" y="512766"/>
            <a:ext cx="10558628" cy="679543"/>
          </a:xfrm>
        </p:spPr>
        <p:txBody>
          <a:bodyPr>
            <a:noAutofit/>
          </a:bodyPr>
          <a:lstStyle>
            <a:lvl1pPr>
              <a:defRPr sz="2400">
                <a:latin typeface="+mj-lt"/>
                <a:ea typeface="+mj-ea"/>
                <a:cs typeface="+mj-cs"/>
                <a:sym typeface="+mj-lt"/>
              </a:defRPr>
            </a:lvl1pPr>
          </a:lstStyle>
          <a:p>
            <a:r>
              <a:rPr lang="ar-KW" dirty="0"/>
              <a:t>عنوان</a:t>
            </a:r>
            <a:endParaRPr lang="en-US" dirty="0"/>
          </a:p>
        </p:txBody>
      </p:sp>
      <p:grpSp>
        <p:nvGrpSpPr>
          <p:cNvPr id="6" name="Group 5"/>
          <p:cNvGrpSpPr/>
          <p:nvPr userDrawn="1"/>
        </p:nvGrpSpPr>
        <p:grpSpPr>
          <a:xfrm flipH="1">
            <a:off x="11332123" y="550754"/>
            <a:ext cx="462459" cy="576905"/>
            <a:chOff x="324330" y="590555"/>
            <a:chExt cx="608641" cy="759263"/>
          </a:xfrm>
        </p:grpSpPr>
        <p:sp>
          <p:nvSpPr>
            <p:cNvPr id="7" name="Parallelogram 6"/>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8" name="Rectangle 7"/>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Tree>
    <p:extLst>
      <p:ext uri="{BB962C8B-B14F-4D97-AF65-F5344CB8AC3E}">
        <p14:creationId xmlns:p14="http://schemas.microsoft.com/office/powerpoint/2010/main" val="39684539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7" name="Rectangle 6"/>
          <p:cNvSpPr/>
          <p:nvPr userDrawn="1"/>
        </p:nvSpPr>
        <p:spPr bwMode="white">
          <a:xfrm>
            <a:off x="7497600" y="-1308"/>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8" name="Subtitle 2"/>
          <p:cNvSpPr>
            <a:spLocks noGrp="1"/>
          </p:cNvSpPr>
          <p:nvPr>
            <p:ph type="subTitle" idx="13" hasCustomPrompt="1"/>
          </p:nvPr>
        </p:nvSpPr>
        <p:spPr>
          <a:xfrm>
            <a:off x="7825849" y="2158990"/>
            <a:ext cx="3634314" cy="541687"/>
          </a:xfrm>
          <a:prstGeom prst="rect">
            <a:avLst/>
          </a:prstGeom>
        </p:spPr>
        <p:txBody>
          <a:bodyPr>
            <a:noAutofit/>
          </a:bodyPr>
          <a:lstStyle>
            <a:lvl1pPr marL="0" indent="0" algn="r">
              <a:buNone/>
              <a:defRPr sz="1600">
                <a:solidFill>
                  <a:schemeClr val="tx2"/>
                </a:solidFill>
                <a:latin typeface="+mn-lt"/>
                <a:ea typeface="+mn-ea"/>
                <a:cs typeface="+mn-cs"/>
                <a:sym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KW" dirty="0"/>
              <a:t>عناوين فرعية</a:t>
            </a:r>
          </a:p>
        </p:txBody>
      </p:sp>
      <p:sp>
        <p:nvSpPr>
          <p:cNvPr id="9" name="Title 4"/>
          <p:cNvSpPr>
            <a:spLocks noGrp="1"/>
          </p:cNvSpPr>
          <p:nvPr>
            <p:ph type="title" hasCustomPrompt="1"/>
          </p:nvPr>
        </p:nvSpPr>
        <p:spPr>
          <a:xfrm>
            <a:off x="7825849" y="1227051"/>
            <a:ext cx="3634314" cy="664797"/>
          </a:xfrm>
        </p:spPr>
        <p:txBody>
          <a:bodyPr anchor="t">
            <a:noAutofit/>
          </a:bodyPr>
          <a:lstStyle>
            <a:lvl1pPr>
              <a:defRPr sz="2400">
                <a:solidFill>
                  <a:schemeClr val="tx2"/>
                </a:solidFill>
                <a:latin typeface="+mj-lt"/>
                <a:ea typeface="+mj-ea"/>
                <a:cs typeface="+mj-cs"/>
                <a:sym typeface="+mj-lt"/>
              </a:defRPr>
            </a:lvl1pPr>
          </a:lstStyle>
          <a:p>
            <a:r>
              <a:rPr lang="ar-KW" dirty="0"/>
              <a:t>عنوان</a:t>
            </a:r>
            <a:endParaRPr lang="en-US" dirty="0"/>
          </a:p>
        </p:txBody>
      </p:sp>
      <p:sp>
        <p:nvSpPr>
          <p:cNvPr id="12"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Tree>
    <p:extLst>
      <p:ext uri="{BB962C8B-B14F-4D97-AF65-F5344CB8AC3E}">
        <p14:creationId xmlns:p14="http://schemas.microsoft.com/office/powerpoint/2010/main" val="20347609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1" name="Rectangle 10"/>
          <p:cNvSpPr/>
          <p:nvPr userDrawn="1"/>
        </p:nvSpPr>
        <p:spPr bwMode="white">
          <a:xfrm>
            <a:off x="9953513" y="1424084"/>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7" name="Title 6"/>
          <p:cNvSpPr>
            <a:spLocks noGrp="1"/>
          </p:cNvSpPr>
          <p:nvPr>
            <p:ph type="title" hasCustomPrompt="1"/>
          </p:nvPr>
        </p:nvSpPr>
        <p:spPr>
          <a:xfrm>
            <a:off x="1284743" y="2668041"/>
            <a:ext cx="9620491" cy="3201026"/>
          </a:xfrm>
        </p:spPr>
        <p:txBody>
          <a:bodyPr lIns="274320" tIns="274320" rIns="274320" bIns="137160" anchor="b" anchorCtr="0">
            <a:noAutofit/>
          </a:bodyPr>
          <a:lstStyle>
            <a:lvl1pPr>
              <a:defRPr sz="5400">
                <a:latin typeface="+mj-lt"/>
                <a:ea typeface="+mj-ea"/>
                <a:cs typeface="+mj-cs"/>
                <a:sym typeface="+mj-lt"/>
              </a:defRPr>
            </a:lvl1pPr>
          </a:lstStyle>
          <a:p>
            <a:r>
              <a:rPr lang="ar-KW" dirty="0"/>
              <a:t>عنوان القسم</a:t>
            </a:r>
          </a:p>
        </p:txBody>
      </p:sp>
      <p:sp>
        <p:nvSpPr>
          <p:cNvPr id="8"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Tree>
    <p:extLst>
      <p:ext uri="{BB962C8B-B14F-4D97-AF65-F5344CB8AC3E}">
        <p14:creationId xmlns:p14="http://schemas.microsoft.com/office/powerpoint/2010/main" val="1990356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2" name="Object 1" hidden="1"/>
                      <p:cNvPicPr/>
                      <p:nvPr/>
                    </p:nvPicPr>
                    <p:blipFill>
                      <a:blip r:embed="rId5"/>
                      <a:stretch>
                        <a:fillRect/>
                      </a:stretch>
                    </p:blipFill>
                    <p:spPr>
                      <a:xfrm>
                        <a:off x="1590" y="1591"/>
                        <a:ext cx="1587" cy="1587"/>
                      </a:xfrm>
                      <a:prstGeom prst="rect">
                        <a:avLst/>
                      </a:prstGeom>
                    </p:spPr>
                  </p:pic>
                </p:oleObj>
              </mc:Fallback>
            </mc:AlternateContent>
          </a:graphicData>
        </a:graphic>
      </p:graphicFrame>
      <p:sp>
        <p:nvSpPr>
          <p:cNvPr id="3" name="Rectangle 2" hidden="1"/>
          <p:cNvSpPr/>
          <p:nvPr userDrawn="1">
            <p:custDataLst>
              <p:tags r:id="rId2"/>
            </p:custDataLst>
          </p:nvPr>
        </p:nvSpPr>
        <p:spPr>
          <a:xfrm>
            <a:off x="2" y="0"/>
            <a:ext cx="158750" cy="158750"/>
          </a:xfrm>
          <a:prstGeom prst="rect">
            <a:avLst/>
          </a:prstGeom>
          <a:solidFill>
            <a:schemeClr val="tx1"/>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defRPr/>
            </a:pPr>
            <a:endParaRPr kumimoji="0" lang="ar-KW" sz="5400" b="0" i="0" u="none" strike="noStrike" kern="1200" cap="none" spc="0" normalizeH="0" baseline="0" noProof="0" dirty="0" err="1">
              <a:ln>
                <a:noFill/>
              </a:ln>
              <a:solidFill>
                <a:srgbClr val="FFFFFF"/>
              </a:solidFill>
              <a:effectLst/>
              <a:uLnTx/>
              <a:uFillTx/>
              <a:latin typeface="DIN Next LT Arabic Light"/>
              <a:ea typeface="+mn-ea"/>
              <a:cs typeface="DIN Next LT Arabic Light"/>
              <a:sym typeface="DIN Next LT Arabic Light" panose="020B0303020203050203" pitchFamily="34" charset="-78"/>
            </a:endParaRPr>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ea typeface="+mj-ea"/>
                <a:cs typeface="+mj-cs"/>
                <a:sym typeface="+mj-lt"/>
              </a:defRPr>
            </a:lvl1pPr>
          </a:lstStyle>
          <a:p>
            <a:r>
              <a:rPr lang="ar-KW" dirty="0"/>
              <a:t>عنوان القسم</a:t>
            </a:r>
            <a:endParaRPr lang="en-US" dirty="0"/>
          </a:p>
        </p:txBody>
      </p:sp>
      <p:cxnSp>
        <p:nvCxnSpPr>
          <p:cNvPr id="10" name="Straight Connector 9"/>
          <p:cNvCxnSpPr/>
          <p:nvPr userDrawn="1"/>
        </p:nvCxnSpPr>
        <p:spPr bwMode="white">
          <a:xfrm>
            <a:off x="1"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53946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flipV="1">
            <a:off x="7695542" y="0"/>
            <a:ext cx="416951" cy="6858000"/>
          </a:xfrm>
          <a:prstGeom prst="rect">
            <a:avLst/>
          </a:prstGeom>
        </p:spPr>
      </p:pic>
      <p:sp>
        <p:nvSpPr>
          <p:cNvPr id="24" name="Rectangle 23"/>
          <p:cNvSpPr/>
          <p:nvPr userDrawn="1"/>
        </p:nvSpPr>
        <p:spPr bwMode="white">
          <a:xfrm>
            <a:off x="8112494"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25" name="Title 4"/>
          <p:cNvSpPr>
            <a:spLocks noGrp="1"/>
          </p:cNvSpPr>
          <p:nvPr>
            <p:ph type="title" hasCustomPrompt="1"/>
          </p:nvPr>
        </p:nvSpPr>
        <p:spPr>
          <a:xfrm>
            <a:off x="8432858" y="2681103"/>
            <a:ext cx="3027304" cy="1495794"/>
          </a:xfrm>
          <a:prstGeom prst="rect">
            <a:avLst/>
          </a:prstGeom>
        </p:spPr>
        <p:txBody>
          <a:bodyPr anchor="ctr">
            <a:noAutofit/>
          </a:bodyPr>
          <a:lstStyle>
            <a:lvl1pPr>
              <a:defRPr sz="2400">
                <a:solidFill>
                  <a:schemeClr val="tx2"/>
                </a:solidFill>
                <a:latin typeface="+mj-lt"/>
                <a:ea typeface="+mj-ea"/>
                <a:cs typeface="+mj-cs"/>
                <a:sym typeface="+mj-lt"/>
              </a:defRPr>
            </a:lvl1pPr>
          </a:lstStyle>
          <a:p>
            <a:r>
              <a:rPr lang="ar-KW" dirty="0"/>
              <a:t>عنوان</a:t>
            </a:r>
            <a:endParaRPr lang="en-US" dirty="0"/>
          </a:p>
        </p:txBody>
      </p:sp>
      <p:sp>
        <p:nvSpPr>
          <p:cNvPr id="15"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2" name="TextBox 11"/>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9125039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flipV="1">
            <a:off x="4603095" y="0"/>
            <a:ext cx="416951" cy="6858000"/>
          </a:xfrm>
          <a:prstGeom prst="rect">
            <a:avLst/>
          </a:prstGeom>
        </p:spPr>
      </p:pic>
      <p:sp>
        <p:nvSpPr>
          <p:cNvPr id="14" name="Rectangle 13"/>
          <p:cNvSpPr/>
          <p:nvPr userDrawn="1"/>
        </p:nvSpPr>
        <p:spPr bwMode="white">
          <a:xfrm>
            <a:off x="5020046"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21" name="Copyright" hidden="1"/>
          <p:cNvSpPr txBox="1"/>
          <p:nvPr userDrawn="1"/>
        </p:nvSpPr>
        <p:spPr>
          <a:xfrm rot="16200000">
            <a:off x="9486902" y="3922499"/>
            <a:ext cx="5133975" cy="96950"/>
          </a:xfrm>
          <a:prstGeom prst="rect">
            <a:avLst/>
          </a:prstGeom>
          <a:noFill/>
        </p:spPr>
        <p:txBody>
          <a:bodyPr wrap="square" lIns="0" tIns="0" rIns="0" bIns="0" rtlCol="0" anchor="t">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2" name="Title 1"/>
          <p:cNvSpPr>
            <a:spLocks noGrp="1"/>
          </p:cNvSpPr>
          <p:nvPr>
            <p:ph type="title" hasCustomPrompt="1"/>
          </p:nvPr>
        </p:nvSpPr>
        <p:spPr>
          <a:xfrm>
            <a:off x="5248959" y="512766"/>
            <a:ext cx="6004995" cy="332399"/>
          </a:xfrm>
          <a:prstGeom prst="rect">
            <a:avLst/>
          </a:prstGeom>
        </p:spPr>
        <p:txBody>
          <a:bodyPr/>
          <a:lstStyle>
            <a:lvl1pPr rtl="0">
              <a:defRPr sz="2400">
                <a:latin typeface="+mj-lt"/>
                <a:ea typeface="+mj-ea"/>
                <a:cs typeface="+mj-cs"/>
                <a:sym typeface="+mj-lt"/>
              </a:defRPr>
            </a:lvl1pPr>
          </a:lstStyle>
          <a:p>
            <a:r>
              <a:rPr lang="ar-KW" dirty="0"/>
              <a:t>عنوان</a:t>
            </a:r>
            <a:endParaRPr lang="en-US" dirty="0"/>
          </a:p>
        </p:txBody>
      </p:sp>
      <p:sp>
        <p:nvSpPr>
          <p:cNvPr id="11"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grpSp>
        <p:nvGrpSpPr>
          <p:cNvPr id="9" name="Group 8"/>
          <p:cNvGrpSpPr/>
          <p:nvPr userDrawn="1"/>
        </p:nvGrpSpPr>
        <p:grpSpPr>
          <a:xfrm flipH="1">
            <a:off x="11332123" y="550754"/>
            <a:ext cx="462459" cy="576905"/>
            <a:chOff x="324330" y="590555"/>
            <a:chExt cx="608641" cy="759263"/>
          </a:xfrm>
        </p:grpSpPr>
        <p:sp>
          <p:nvSpPr>
            <p:cNvPr id="12" name="Parallelogram 11"/>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13" name="Rectangle 12"/>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
        <p:nvSpPr>
          <p:cNvPr id="19" name="TextBox 18"/>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49643945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flipV="1">
            <a:off x="2740779" y="0"/>
            <a:ext cx="416951" cy="6858000"/>
          </a:xfrm>
          <a:prstGeom prst="rect">
            <a:avLst/>
          </a:prstGeom>
        </p:spPr>
      </p:pic>
      <p:sp>
        <p:nvSpPr>
          <p:cNvPr id="10" name="Rectangle 9"/>
          <p:cNvSpPr/>
          <p:nvPr userDrawn="1"/>
        </p:nvSpPr>
        <p:spPr bwMode="white">
          <a:xfrm>
            <a:off x="3157728"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2" name="Title 1"/>
          <p:cNvSpPr>
            <a:spLocks noGrp="1"/>
          </p:cNvSpPr>
          <p:nvPr>
            <p:ph type="title" hasCustomPrompt="1"/>
          </p:nvPr>
        </p:nvSpPr>
        <p:spPr>
          <a:xfrm>
            <a:off x="3423900" y="512766"/>
            <a:ext cx="7830052" cy="679543"/>
          </a:xfrm>
          <a:prstGeom prst="rect">
            <a:avLst/>
          </a:prstGeom>
        </p:spPr>
        <p:txBody>
          <a:bodyPr>
            <a:noAutofit/>
          </a:bodyPr>
          <a:lstStyle>
            <a:lvl1pPr>
              <a:defRPr sz="2400">
                <a:latin typeface="+mj-lt"/>
                <a:ea typeface="+mj-ea"/>
                <a:cs typeface="+mj-cs"/>
                <a:sym typeface="+mj-lt"/>
              </a:defRPr>
            </a:lvl1pPr>
          </a:lstStyle>
          <a:p>
            <a:r>
              <a:rPr lang="ar-KW" dirty="0"/>
              <a:t>عنوان</a:t>
            </a:r>
            <a:endParaRPr lang="en-US" dirty="0"/>
          </a:p>
        </p:txBody>
      </p:sp>
      <p:sp>
        <p:nvSpPr>
          <p:cNvPr id="18" name="Copyright" hidden="1"/>
          <p:cNvSpPr txBox="1"/>
          <p:nvPr userDrawn="1"/>
        </p:nvSpPr>
        <p:spPr>
          <a:xfrm rot="16200000">
            <a:off x="9486902" y="3922499"/>
            <a:ext cx="5133975" cy="96950"/>
          </a:xfrm>
          <a:prstGeom prst="rect">
            <a:avLst/>
          </a:prstGeom>
          <a:noFill/>
        </p:spPr>
        <p:txBody>
          <a:bodyPr wrap="square" lIns="0" tIns="0" rIns="0" bIns="0" rtlCol="0" anchor="t">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1"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grpSp>
        <p:nvGrpSpPr>
          <p:cNvPr id="9" name="Group 8"/>
          <p:cNvGrpSpPr/>
          <p:nvPr userDrawn="1"/>
        </p:nvGrpSpPr>
        <p:grpSpPr>
          <a:xfrm flipH="1">
            <a:off x="11332123" y="550754"/>
            <a:ext cx="462459" cy="576905"/>
            <a:chOff x="324330" y="590555"/>
            <a:chExt cx="608641" cy="759263"/>
          </a:xfrm>
        </p:grpSpPr>
        <p:sp>
          <p:nvSpPr>
            <p:cNvPr id="12" name="Parallelogram 11"/>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13" name="Rectangle 12"/>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
        <p:nvSpPr>
          <p:cNvPr id="20" name="TextBox 19"/>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0244607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a:off x="8111240" y="0"/>
            <a:ext cx="416951" cy="6858000"/>
          </a:xfrm>
          <a:prstGeom prst="rect">
            <a:avLst/>
          </a:prstGeom>
        </p:spPr>
      </p:pic>
      <p:sp>
        <p:nvSpPr>
          <p:cNvPr id="26" name="Rectangle 25"/>
          <p:cNvSpPr/>
          <p:nvPr userDrawn="1"/>
        </p:nvSpPr>
        <p:spPr bwMode="ltGray">
          <a:xfrm>
            <a:off x="3" y="-1308"/>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24" name="Title 4"/>
          <p:cNvSpPr>
            <a:spLocks noGrp="1"/>
          </p:cNvSpPr>
          <p:nvPr>
            <p:ph type="title" hasCustomPrompt="1"/>
          </p:nvPr>
        </p:nvSpPr>
        <p:spPr>
          <a:xfrm>
            <a:off x="8432858" y="2681103"/>
            <a:ext cx="3027304" cy="1495794"/>
          </a:xfrm>
          <a:prstGeom prst="rect">
            <a:avLst/>
          </a:prstGeom>
        </p:spPr>
        <p:txBody>
          <a:bodyPr anchor="ctr">
            <a:noAutofit/>
          </a:bodyPr>
          <a:lstStyle>
            <a:lvl1pPr>
              <a:defRPr sz="2400">
                <a:solidFill>
                  <a:schemeClr val="bg1"/>
                </a:solidFill>
                <a:latin typeface="+mj-lt"/>
                <a:ea typeface="+mj-ea"/>
                <a:cs typeface="+mj-cs"/>
                <a:sym typeface="+mj-lt"/>
              </a:defRPr>
            </a:lvl1pPr>
          </a:lstStyle>
          <a:p>
            <a:r>
              <a:rPr lang="ar-KW" dirty="0"/>
              <a:t>عنوان</a:t>
            </a:r>
            <a:endParaRPr lang="en-US" dirty="0"/>
          </a:p>
        </p:txBody>
      </p:sp>
      <p:sp>
        <p:nvSpPr>
          <p:cNvPr id="12"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0" y="5800728"/>
            <a:ext cx="1733548" cy="1057275"/>
            <a:chOff x="10458450" y="5800725"/>
            <a:chExt cx="1733548" cy="1057275"/>
          </a:xfrm>
        </p:grpSpPr>
        <p:sp>
          <p:nvSpPr>
            <p:cNvPr id="9" name="Right Triangle 8"/>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0" name="Picture 9"/>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1" name="TextBox 10"/>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201158249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a:off x="6099979" y="0"/>
            <a:ext cx="416951" cy="6858000"/>
          </a:xfrm>
          <a:prstGeom prst="rect">
            <a:avLst/>
          </a:prstGeom>
        </p:spPr>
      </p:pic>
      <p:sp>
        <p:nvSpPr>
          <p:cNvPr id="11" name="Rectangle 10"/>
          <p:cNvSpPr/>
          <p:nvPr userDrawn="1"/>
        </p:nvSpPr>
        <p:spPr>
          <a:xfrm>
            <a:off x="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2" name="Picture Placeholder 18"/>
          <p:cNvSpPr>
            <a:spLocks noGrp="1"/>
          </p:cNvSpPr>
          <p:nvPr>
            <p:ph type="pic" sz="quarter" idx="14" hasCustomPrompt="1"/>
          </p:nvPr>
        </p:nvSpPr>
        <p:spPr>
          <a:xfrm>
            <a:off x="2" y="0"/>
            <a:ext cx="6099977" cy="6858000"/>
          </a:xfrm>
          <a:prstGeom prst="rect">
            <a:avLst/>
          </a:prstGeom>
          <a:noFill/>
        </p:spPr>
        <p:txBody>
          <a:bodyPr lIns="914400" tIns="914400" rIns="914400" bIns="914400"/>
          <a:lstStyle>
            <a:lvl1pPr algn="ctr">
              <a:defRPr sz="1800" baseline="0">
                <a:latin typeface="+mn-lt"/>
                <a:ea typeface="+mn-ea"/>
                <a:cs typeface="+mn-cs"/>
                <a:sym typeface="+mn-lt"/>
              </a:defRPr>
            </a:lvl1pPr>
          </a:lstStyle>
          <a:p>
            <a:r>
              <a:rPr lang="ar-SA" dirty="0"/>
              <a:t>انقر على أيقونة أدناه لإدراج صورة أو إزالة هذا العنصر النائب لاستخدام مسافة بيضاء بطريقة أخرى</a:t>
            </a:r>
          </a:p>
        </p:txBody>
      </p:sp>
      <p:sp>
        <p:nvSpPr>
          <p:cNvPr id="13" name="Title 1"/>
          <p:cNvSpPr>
            <a:spLocks noGrp="1"/>
          </p:cNvSpPr>
          <p:nvPr>
            <p:ph type="title" hasCustomPrompt="1"/>
          </p:nvPr>
        </p:nvSpPr>
        <p:spPr bwMode="blackWhite">
          <a:xfrm>
            <a:off x="7172339" y="1785600"/>
            <a:ext cx="4287822" cy="3286800"/>
          </a:xfrm>
          <a:prstGeom prst="rect">
            <a:avLst/>
          </a:prstGeom>
          <a:noFill/>
        </p:spPr>
        <p:txBody>
          <a:bodyPr wrap="square" lIns="0" tIns="0" rIns="0" bIns="0" anchor="ctr">
            <a:noAutofit/>
          </a:bodyPr>
          <a:lstStyle>
            <a:lvl1pPr>
              <a:defRPr sz="4400">
                <a:solidFill>
                  <a:schemeClr val="bg1"/>
                </a:solidFill>
                <a:latin typeface="+mj-lt"/>
                <a:ea typeface="+mj-ea"/>
                <a:cs typeface="+mj-cs"/>
                <a:sym typeface="+mj-lt"/>
              </a:defRPr>
            </a:lvl1pPr>
          </a:lstStyle>
          <a:p>
            <a:r>
              <a:rPr lang="ar-KW" dirty="0"/>
              <a:t>عنوان</a:t>
            </a:r>
            <a:endParaRPr lang="en-US" dirty="0"/>
          </a:p>
        </p:txBody>
      </p:sp>
      <p:sp>
        <p:nvSpPr>
          <p:cNvPr id="14"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9" name="Group 8"/>
          <p:cNvGrpSpPr/>
          <p:nvPr userDrawn="1"/>
        </p:nvGrpSpPr>
        <p:grpSpPr>
          <a:xfrm flipH="1">
            <a:off x="0" y="5800728"/>
            <a:ext cx="1733548" cy="1057275"/>
            <a:chOff x="10458450" y="5800725"/>
            <a:chExt cx="1733548" cy="1057275"/>
          </a:xfrm>
        </p:grpSpPr>
        <p:sp>
          <p:nvSpPr>
            <p:cNvPr id="15" name="Right Triangle 14"/>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6" name="Picture 15"/>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7" name="TextBox 16"/>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8283551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a:off x="4371977" y="0"/>
            <a:ext cx="416951" cy="6858000"/>
          </a:xfrm>
          <a:prstGeom prst="rect">
            <a:avLst/>
          </a:prstGeom>
        </p:spPr>
      </p:pic>
      <p:sp>
        <p:nvSpPr>
          <p:cNvPr id="11" name="Rectangle 10"/>
          <p:cNvSpPr/>
          <p:nvPr userDrawn="1"/>
        </p:nvSpPr>
        <p:spPr bwMode="gray">
          <a:xfrm>
            <a:off x="-481"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2" name="Picture Placeholder 5"/>
          <p:cNvSpPr>
            <a:spLocks noGrp="1"/>
          </p:cNvSpPr>
          <p:nvPr>
            <p:ph type="pic" sz="quarter" idx="11" hasCustomPrompt="1"/>
          </p:nvPr>
        </p:nvSpPr>
        <p:spPr>
          <a:xfrm>
            <a:off x="1" y="0"/>
            <a:ext cx="4371975" cy="6858000"/>
          </a:xfrm>
          <a:prstGeom prst="rect">
            <a:avLst/>
          </a:prstGeom>
          <a:noFill/>
        </p:spPr>
        <p:txBody>
          <a:bodyPr lIns="182880" tIns="914400" rIns="182880" bIns="914400"/>
          <a:lstStyle>
            <a:lvl1pPr algn="ctr">
              <a:defRPr sz="1600">
                <a:solidFill>
                  <a:schemeClr val="tx1"/>
                </a:solidFill>
                <a:latin typeface="+mn-lt"/>
                <a:ea typeface="+mn-ea"/>
                <a:cs typeface="+mn-cs"/>
                <a:sym typeface="+mn-lt"/>
              </a:defRPr>
            </a:lvl1pPr>
          </a:lstStyle>
          <a:p>
            <a:r>
              <a:rPr lang="ar-SA" dirty="0"/>
              <a:t>انقر على أيقونة أدناه لإدراج صورة أو إزالة هذا العنصر النائب لاستخدام مسافة بيضاء بطريقة أخرى</a:t>
            </a:r>
          </a:p>
        </p:txBody>
      </p:sp>
      <p:sp>
        <p:nvSpPr>
          <p:cNvPr id="15" name="Title 1"/>
          <p:cNvSpPr>
            <a:spLocks noGrp="1"/>
          </p:cNvSpPr>
          <p:nvPr>
            <p:ph type="title" hasCustomPrompt="1"/>
          </p:nvPr>
        </p:nvSpPr>
        <p:spPr bwMode="black">
          <a:xfrm>
            <a:off x="5313187" y="1804650"/>
            <a:ext cx="6146974" cy="3286800"/>
          </a:xfrm>
          <a:prstGeom prst="rect">
            <a:avLst/>
          </a:prstGeom>
        </p:spPr>
        <p:txBody>
          <a:bodyPr anchor="ctr">
            <a:noAutofit/>
          </a:bodyPr>
          <a:lstStyle>
            <a:lvl1pPr>
              <a:defRPr sz="4400">
                <a:solidFill>
                  <a:schemeClr val="bg1"/>
                </a:solidFill>
                <a:latin typeface="+mj-lt"/>
                <a:ea typeface="+mj-ea"/>
                <a:cs typeface="+mj-cs"/>
                <a:sym typeface="+mj-lt"/>
              </a:defRPr>
            </a:lvl1pPr>
          </a:lstStyle>
          <a:p>
            <a:r>
              <a:rPr lang="ar-KW" dirty="0"/>
              <a:t>عنوان</a:t>
            </a:r>
            <a:endParaRPr lang="en-US" dirty="0"/>
          </a:p>
        </p:txBody>
      </p:sp>
      <p:sp>
        <p:nvSpPr>
          <p:cNvPr id="14"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9" name="Group 8"/>
          <p:cNvGrpSpPr/>
          <p:nvPr userDrawn="1"/>
        </p:nvGrpSpPr>
        <p:grpSpPr>
          <a:xfrm flipH="1">
            <a:off x="0" y="5800728"/>
            <a:ext cx="1733548" cy="1057275"/>
            <a:chOff x="10458450" y="5800725"/>
            <a:chExt cx="1733548" cy="1057275"/>
          </a:xfrm>
        </p:grpSpPr>
        <p:sp>
          <p:nvSpPr>
            <p:cNvPr id="13" name="Right Triangle 12"/>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6" name="Picture 15"/>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7" name="TextBox 16"/>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27357822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9"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flipH="1">
            <a:off x="7672942"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flipH="1">
            <a:off x="8103690"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20" name="Title 2"/>
          <p:cNvSpPr>
            <a:spLocks noGrp="1"/>
          </p:cNvSpPr>
          <p:nvPr>
            <p:ph type="title" hasCustomPrompt="1"/>
          </p:nvPr>
        </p:nvSpPr>
        <p:spPr>
          <a:xfrm>
            <a:off x="9082101" y="2764206"/>
            <a:ext cx="2378060" cy="1314311"/>
          </a:xfrm>
          <a:prstGeom prst="rect">
            <a:avLst/>
          </a:prstGeom>
        </p:spPr>
        <p:txBody>
          <a:bodyPr anchor="ctr">
            <a:noAutofit/>
          </a:bodyPr>
          <a:lstStyle>
            <a:lvl1pPr>
              <a:defRPr sz="2400">
                <a:solidFill>
                  <a:schemeClr val="tx2"/>
                </a:solidFill>
                <a:latin typeface="+mj-lt"/>
                <a:ea typeface="+mj-ea"/>
                <a:cs typeface="+mj-cs"/>
                <a:sym typeface="+mj-lt"/>
              </a:defRPr>
            </a:lvl1pPr>
          </a:lstStyle>
          <a:p>
            <a:r>
              <a:rPr lang="ar-KW" dirty="0"/>
              <a:t>عنوان</a:t>
            </a:r>
            <a:endParaRPr lang="en-US" dirty="0">
              <a:solidFill>
                <a:schemeClr val="tx2"/>
              </a:solidFill>
            </a:endParaRPr>
          </a:p>
        </p:txBody>
      </p:sp>
      <p:sp>
        <p:nvSpPr>
          <p:cNvPr id="11"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4" name="TextBox 13"/>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22503882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0" name="Freeform 14"/>
          <p:cNvSpPr/>
          <p:nvPr userDrawn="1"/>
        </p:nvSpPr>
        <p:spPr bwMode="ltGray">
          <a:xfrm flipH="1">
            <a:off x="810369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pic>
        <p:nvPicPr>
          <p:cNvPr id="11" name="Picture 10"/>
          <p:cNvPicPr>
            <a:picLocks noChangeAspect="1"/>
          </p:cNvPicPr>
          <p:nvPr userDrawn="1"/>
        </p:nvPicPr>
        <p:blipFill rotWithShape="1">
          <a:blip r:embed="rId5">
            <a:biLevel thresh="75000"/>
            <a:extLst>
              <a:ext uri="{28A0092B-C50C-407E-A947-70E740481C1C}">
                <a14:useLocalDpi xmlns:a14="http://schemas.microsoft.com/office/drawing/2010/main" val="0"/>
              </a:ext>
            </a:extLst>
          </a:blip>
          <a:srcRect t="6216" b="7716"/>
          <a:stretch/>
        </p:blipFill>
        <p:spPr>
          <a:xfrm rot="21480000" flipH="1">
            <a:off x="7365602" y="3402831"/>
            <a:ext cx="2694666" cy="3461745"/>
          </a:xfrm>
          <a:prstGeom prst="rect">
            <a:avLst/>
          </a:prstGeom>
          <a:noFill/>
        </p:spPr>
      </p:pic>
      <p:sp>
        <p:nvSpPr>
          <p:cNvPr id="5" name="Title 4"/>
          <p:cNvSpPr>
            <a:spLocks noGrp="1"/>
          </p:cNvSpPr>
          <p:nvPr>
            <p:ph type="title" hasCustomPrompt="1"/>
          </p:nvPr>
        </p:nvSpPr>
        <p:spPr>
          <a:xfrm>
            <a:off x="9082101" y="2764206"/>
            <a:ext cx="2378060" cy="1314311"/>
          </a:xfrm>
        </p:spPr>
        <p:txBody>
          <a:bodyPr anchor="ctr" anchorCtr="0">
            <a:noAutofit/>
          </a:bodyPr>
          <a:lstStyle>
            <a:lvl1pPr>
              <a:defRPr sz="2400">
                <a:solidFill>
                  <a:srgbClr val="FFFFFF"/>
                </a:solidFill>
                <a:latin typeface="+mj-lt"/>
                <a:ea typeface="+mj-ea"/>
                <a:cs typeface="+mj-cs"/>
                <a:sym typeface="+mj-lt"/>
              </a:defRPr>
            </a:lvl1pPr>
          </a:lstStyle>
          <a:p>
            <a:r>
              <a:rPr lang="ar-KW" dirty="0"/>
              <a:t>عنوان</a:t>
            </a:r>
            <a:endParaRPr lang="en-US" dirty="0"/>
          </a:p>
        </p:txBody>
      </p:sp>
      <p:sp>
        <p:nvSpPr>
          <p:cNvPr id="13"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0" y="5800728"/>
            <a:ext cx="1733548" cy="1057275"/>
            <a:chOff x="10458450" y="5800725"/>
            <a:chExt cx="1733548" cy="1057275"/>
          </a:xfrm>
        </p:grpSpPr>
        <p:sp>
          <p:nvSpPr>
            <p:cNvPr id="9" name="Right Triangle 8"/>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2" name="Picture 11"/>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4" name="TextBox 13"/>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826325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8"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flipH="1">
            <a:off x="6286080" y="3382964"/>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flipH="1">
            <a:off x="6765082"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20" name="Title 1"/>
          <p:cNvSpPr>
            <a:spLocks noGrp="1"/>
          </p:cNvSpPr>
          <p:nvPr>
            <p:ph type="title" hasCustomPrompt="1"/>
          </p:nvPr>
        </p:nvSpPr>
        <p:spPr>
          <a:xfrm>
            <a:off x="7498506" y="1785600"/>
            <a:ext cx="3961657" cy="3286800"/>
          </a:xfrm>
          <a:prstGeom prst="rect">
            <a:avLst/>
          </a:prstGeom>
        </p:spPr>
        <p:txBody>
          <a:bodyPr anchor="ctr">
            <a:noAutofit/>
          </a:bodyPr>
          <a:lstStyle>
            <a:lvl1pPr>
              <a:defRPr sz="4400" b="0">
                <a:solidFill>
                  <a:schemeClr val="tx2"/>
                </a:solidFill>
                <a:latin typeface="+mj-lt"/>
                <a:ea typeface="+mj-ea"/>
                <a:cs typeface="+mj-cs"/>
                <a:sym typeface="+mj-lt"/>
              </a:defRPr>
            </a:lvl1pPr>
          </a:lstStyle>
          <a:p>
            <a:r>
              <a:rPr lang="ar-KW" dirty="0"/>
              <a:t>عنوان</a:t>
            </a:r>
            <a:endParaRPr lang="en-US" dirty="0"/>
          </a:p>
        </p:txBody>
      </p:sp>
      <p:sp>
        <p:nvSpPr>
          <p:cNvPr id="11"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3" name="TextBox 12"/>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8797189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9" name="Pentagon 3"/>
          <p:cNvSpPr/>
          <p:nvPr userDrawn="1"/>
        </p:nvSpPr>
        <p:spPr bwMode="white">
          <a:xfrm flipH="1">
            <a:off x="6765082" y="0"/>
            <a:ext cx="5426920" cy="6858000"/>
          </a:xfrm>
          <a:prstGeom prst="homePlate">
            <a:avLst>
              <a:gd name="adj" fmla="val 12939"/>
            </a:avLst>
          </a:prstGeom>
          <a:gradFill>
            <a:gsLst>
              <a:gs pos="0">
                <a:schemeClr val="tx2"/>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pic>
        <p:nvPicPr>
          <p:cNvPr id="17" name="Picture 16"/>
          <p:cNvPicPr>
            <a:picLocks noChangeAspect="1"/>
          </p:cNvPicPr>
          <p:nvPr userDrawn="1"/>
        </p:nvPicPr>
        <p:blipFill rotWithShape="1">
          <a:blip r:embed="rId5">
            <a:biLevel thresh="75000"/>
            <a:extLst>
              <a:ext uri="{28A0092B-C50C-407E-A947-70E740481C1C}">
                <a14:useLocalDpi xmlns:a14="http://schemas.microsoft.com/office/drawing/2010/main" val="0"/>
              </a:ext>
            </a:extLst>
          </a:blip>
          <a:srcRect t="7562" b="6867"/>
          <a:stretch/>
        </p:blipFill>
        <p:spPr>
          <a:xfrm flipH="1">
            <a:off x="5950187" y="3416300"/>
            <a:ext cx="2694666" cy="3441700"/>
          </a:xfrm>
          <a:prstGeom prst="rect">
            <a:avLst/>
          </a:prstGeom>
        </p:spPr>
      </p:pic>
      <p:sp>
        <p:nvSpPr>
          <p:cNvPr id="20" name="Title 1"/>
          <p:cNvSpPr>
            <a:spLocks noGrp="1"/>
          </p:cNvSpPr>
          <p:nvPr>
            <p:ph type="title" hasCustomPrompt="1"/>
          </p:nvPr>
        </p:nvSpPr>
        <p:spPr>
          <a:xfrm>
            <a:off x="7498506" y="1785600"/>
            <a:ext cx="3961657" cy="3286800"/>
          </a:xfrm>
          <a:prstGeom prst="rect">
            <a:avLst/>
          </a:prstGeom>
        </p:spPr>
        <p:txBody>
          <a:bodyPr anchor="ctr">
            <a:noAutofit/>
          </a:bodyPr>
          <a:lstStyle>
            <a:lvl1pPr>
              <a:defRPr sz="4400" b="0">
                <a:solidFill>
                  <a:srgbClr val="FFFFFF"/>
                </a:solidFill>
                <a:latin typeface="+mj-lt"/>
                <a:ea typeface="+mj-ea"/>
                <a:cs typeface="+mj-cs"/>
                <a:sym typeface="+mj-lt"/>
              </a:defRPr>
            </a:lvl1pPr>
          </a:lstStyle>
          <a:p>
            <a:r>
              <a:rPr lang="ar-KW" dirty="0"/>
              <a:t>عنوان</a:t>
            </a:r>
            <a:endParaRPr lang="en-US" dirty="0"/>
          </a:p>
        </p:txBody>
      </p:sp>
      <p:sp>
        <p:nvSpPr>
          <p:cNvPr id="12"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0" y="5800728"/>
            <a:ext cx="1733548" cy="1057275"/>
            <a:chOff x="10458450" y="5800725"/>
            <a:chExt cx="1733548" cy="1057275"/>
          </a:xfrm>
        </p:grpSpPr>
        <p:sp>
          <p:nvSpPr>
            <p:cNvPr id="9" name="Right Triangle 8"/>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0" name="Picture 9"/>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1" name="TextBox 10"/>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1708645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5404160"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flipH="1">
            <a:off x="5828456"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3" name="Title 2"/>
          <p:cNvSpPr>
            <a:spLocks noGrp="1"/>
          </p:cNvSpPr>
          <p:nvPr>
            <p:ph type="title" hasCustomPrompt="1"/>
          </p:nvPr>
        </p:nvSpPr>
        <p:spPr>
          <a:xfrm>
            <a:off x="6777665" y="512766"/>
            <a:ext cx="4476286" cy="679543"/>
          </a:xfrm>
          <a:prstGeom prst="rect">
            <a:avLst/>
          </a:prstGeom>
        </p:spPr>
        <p:txBody>
          <a:bodyPr>
            <a:noAutofit/>
          </a:bodyPr>
          <a:lstStyle>
            <a:lvl1pPr rtl="0">
              <a:defRPr sz="2400">
                <a:latin typeface="+mj-lt"/>
                <a:ea typeface="+mj-ea"/>
                <a:cs typeface="+mj-cs"/>
                <a:sym typeface="+mj-lt"/>
              </a:defRPr>
            </a:lvl1pPr>
          </a:lstStyle>
          <a:p>
            <a:r>
              <a:rPr lang="ar-KW" dirty="0"/>
              <a:t>عنوان</a:t>
            </a:r>
            <a:endParaRPr lang="en-US" dirty="0"/>
          </a:p>
        </p:txBody>
      </p:sp>
      <p:sp>
        <p:nvSpPr>
          <p:cNvPr id="13"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11332123" y="550754"/>
            <a:ext cx="462459" cy="576905"/>
            <a:chOff x="324330" y="590555"/>
            <a:chExt cx="608641" cy="759263"/>
          </a:xfrm>
        </p:grpSpPr>
        <p:sp>
          <p:nvSpPr>
            <p:cNvPr id="10" name="Parallelogram 9"/>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12" name="Rectangle 11"/>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
        <p:nvSpPr>
          <p:cNvPr id="18" name="TextBox 17"/>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25983309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9" name="Pentagon 8"/>
          <p:cNvSpPr/>
          <p:nvPr/>
        </p:nvSpPr>
        <p:spPr bwMode="white">
          <a:xfrm flipH="1">
            <a:off x="5828456" y="0"/>
            <a:ext cx="6363546" cy="6858000"/>
          </a:xfrm>
          <a:prstGeom prst="homePlate">
            <a:avLst>
              <a:gd name="adj" fmla="val 12939"/>
            </a:avLst>
          </a:prstGeom>
          <a:gradFill>
            <a:gsLst>
              <a:gs pos="0">
                <a:schemeClr val="tx2"/>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pic>
        <p:nvPicPr>
          <p:cNvPr id="13" name="Picture 12"/>
          <p:cNvPicPr>
            <a:picLocks noChangeAspect="1"/>
          </p:cNvPicPr>
          <p:nvPr userDrawn="1"/>
        </p:nvPicPr>
        <p:blipFill rotWithShape="1">
          <a:blip r:embed="rId5">
            <a:biLevel thresh="75000"/>
            <a:extLst>
              <a:ext uri="{28A0092B-C50C-407E-A947-70E740481C1C}">
                <a14:useLocalDpi xmlns:a14="http://schemas.microsoft.com/office/drawing/2010/main" val="0"/>
              </a:ext>
            </a:extLst>
          </a:blip>
          <a:srcRect t="9052" b="6867"/>
          <a:stretch/>
        </p:blipFill>
        <p:spPr>
          <a:xfrm rot="21480000" flipH="1">
            <a:off x="5071020" y="3407807"/>
            <a:ext cx="2694666" cy="3456551"/>
          </a:xfrm>
          <a:prstGeom prst="rect">
            <a:avLst/>
          </a:prstGeom>
        </p:spPr>
      </p:pic>
      <p:sp>
        <p:nvSpPr>
          <p:cNvPr id="3" name="Title 2"/>
          <p:cNvSpPr>
            <a:spLocks noGrp="1"/>
          </p:cNvSpPr>
          <p:nvPr>
            <p:ph type="title" hasCustomPrompt="1"/>
          </p:nvPr>
        </p:nvSpPr>
        <p:spPr>
          <a:xfrm>
            <a:off x="6812919" y="512766"/>
            <a:ext cx="4647244" cy="679543"/>
          </a:xfrm>
          <a:prstGeom prst="rect">
            <a:avLst/>
          </a:prstGeom>
        </p:spPr>
        <p:txBody>
          <a:bodyPr>
            <a:noAutofit/>
          </a:bodyPr>
          <a:lstStyle>
            <a:lvl1pPr>
              <a:defRPr sz="2400">
                <a:solidFill>
                  <a:srgbClr val="FFFFFF"/>
                </a:solidFill>
                <a:latin typeface="+mj-lt"/>
                <a:ea typeface="+mj-ea"/>
                <a:cs typeface="+mj-cs"/>
                <a:sym typeface="+mj-lt"/>
              </a:defRPr>
            </a:lvl1pPr>
          </a:lstStyle>
          <a:p>
            <a:r>
              <a:rPr lang="ar-KW" dirty="0"/>
              <a:t>عنوان</a:t>
            </a:r>
            <a:endParaRPr lang="en-US" dirty="0"/>
          </a:p>
        </p:txBody>
      </p:sp>
      <p:sp>
        <p:nvSpPr>
          <p:cNvPr id="1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0" y="5800728"/>
            <a:ext cx="1733548" cy="1057275"/>
            <a:chOff x="10458450" y="5800725"/>
            <a:chExt cx="1733548" cy="1057275"/>
          </a:xfrm>
        </p:grpSpPr>
        <p:sp>
          <p:nvSpPr>
            <p:cNvPr id="11" name="Right Triangle 10"/>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2" name="Picture 11"/>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4" name="TextBox 13"/>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62132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flipH="1">
            <a:off x="3312043"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flipH="1">
            <a:off x="3745763"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2" name="Title 1"/>
          <p:cNvSpPr>
            <a:spLocks noGrp="1"/>
          </p:cNvSpPr>
          <p:nvPr>
            <p:ph type="title" hasCustomPrompt="1"/>
          </p:nvPr>
        </p:nvSpPr>
        <p:spPr>
          <a:xfrm>
            <a:off x="5270993" y="512766"/>
            <a:ext cx="5982961" cy="679543"/>
          </a:xfrm>
          <a:prstGeom prst="rect">
            <a:avLst/>
          </a:prstGeom>
        </p:spPr>
        <p:txBody>
          <a:bodyPr>
            <a:noAutofit/>
          </a:bodyPr>
          <a:lstStyle>
            <a:lvl1pPr>
              <a:defRPr sz="2400">
                <a:latin typeface="+mj-lt"/>
                <a:ea typeface="+mj-ea"/>
                <a:cs typeface="+mj-cs"/>
                <a:sym typeface="+mj-lt"/>
              </a:defRPr>
            </a:lvl1pPr>
          </a:lstStyle>
          <a:p>
            <a:r>
              <a:rPr lang="ar-KW" dirty="0"/>
              <a:t>عنوان</a:t>
            </a:r>
            <a:endParaRPr lang="en-US" dirty="0"/>
          </a:p>
        </p:txBody>
      </p:sp>
      <p:sp>
        <p:nvSpPr>
          <p:cNvPr id="13"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grpSp>
        <p:nvGrpSpPr>
          <p:cNvPr id="15" name="Group 14"/>
          <p:cNvGrpSpPr/>
          <p:nvPr userDrawn="1"/>
        </p:nvGrpSpPr>
        <p:grpSpPr>
          <a:xfrm flipH="1">
            <a:off x="11332123" y="550754"/>
            <a:ext cx="462459" cy="576905"/>
            <a:chOff x="324330" y="590555"/>
            <a:chExt cx="608641" cy="759263"/>
          </a:xfrm>
        </p:grpSpPr>
        <p:sp>
          <p:nvSpPr>
            <p:cNvPr id="16" name="Parallelogram 15"/>
            <p:cNvSpPr/>
            <p:nvPr/>
          </p:nvSpPr>
          <p:spPr>
            <a:xfrm rot="5400000">
              <a:off x="249018" y="796732"/>
              <a:ext cx="759263" cy="346910"/>
            </a:xfrm>
            <a:prstGeom prst="parallelogram">
              <a:avLst>
                <a:gd name="adj" fmla="val 60145"/>
              </a:avLst>
            </a:prstGeom>
            <a:gradFill>
              <a:gsLst>
                <a:gs pos="0">
                  <a:srgbClr val="12100C"/>
                </a:gs>
                <a:gs pos="100000">
                  <a:srgbClr val="273470"/>
                </a:gs>
              </a:gsLst>
              <a:lin ang="10800000" scaled="1"/>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17" name="Rectangle 16"/>
            <p:cNvSpPr/>
            <p:nvPr/>
          </p:nvSpPr>
          <p:spPr>
            <a:xfrm rot="8954161" flipH="1" flipV="1">
              <a:off x="324330" y="915653"/>
              <a:ext cx="608641" cy="112731"/>
            </a:xfrm>
            <a:prstGeom prst="rect">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grpSp>
      <p:sp>
        <p:nvSpPr>
          <p:cNvPr id="18" name="TextBox 17"/>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11063123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2" name="Freeform 18"/>
          <p:cNvSpPr/>
          <p:nvPr userDrawn="1"/>
        </p:nvSpPr>
        <p:spPr bwMode="white">
          <a:xfrm flipH="1">
            <a:off x="3745763"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rgbClr val="010103"/>
              </a:gs>
            </a:gsLst>
            <a:lin ang="8100000" scaled="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pic>
        <p:nvPicPr>
          <p:cNvPr id="14" name="Picture 13"/>
          <p:cNvPicPr>
            <a:picLocks noChangeAspect="1"/>
          </p:cNvPicPr>
          <p:nvPr userDrawn="1"/>
        </p:nvPicPr>
        <p:blipFill rotWithShape="1">
          <a:blip r:embed="rId5">
            <a:biLevel thresh="75000"/>
            <a:extLst>
              <a:ext uri="{28A0092B-C50C-407E-A947-70E740481C1C}">
                <a14:useLocalDpi xmlns:a14="http://schemas.microsoft.com/office/drawing/2010/main" val="0"/>
              </a:ext>
            </a:extLst>
          </a:blip>
          <a:srcRect t="9052" b="6867"/>
          <a:stretch/>
        </p:blipFill>
        <p:spPr>
          <a:xfrm rot="21480000" flipH="1">
            <a:off x="2968772" y="3407807"/>
            <a:ext cx="2694666" cy="3456551"/>
          </a:xfrm>
          <a:prstGeom prst="rect">
            <a:avLst/>
          </a:prstGeom>
        </p:spPr>
      </p:pic>
      <p:sp>
        <p:nvSpPr>
          <p:cNvPr id="2" name="Title 1"/>
          <p:cNvSpPr>
            <a:spLocks noGrp="1"/>
          </p:cNvSpPr>
          <p:nvPr>
            <p:ph type="title" hasCustomPrompt="1"/>
          </p:nvPr>
        </p:nvSpPr>
        <p:spPr>
          <a:xfrm>
            <a:off x="5306245" y="512766"/>
            <a:ext cx="6153918" cy="332399"/>
          </a:xfrm>
          <a:prstGeom prst="rect">
            <a:avLst/>
          </a:prstGeom>
        </p:spPr>
        <p:txBody>
          <a:bodyPr/>
          <a:lstStyle>
            <a:lvl1pPr>
              <a:defRPr sz="2400">
                <a:solidFill>
                  <a:srgbClr val="FFFFFF"/>
                </a:solidFill>
                <a:latin typeface="+mj-lt"/>
                <a:ea typeface="+mj-ea"/>
                <a:cs typeface="+mj-cs"/>
                <a:sym typeface="+mj-lt"/>
              </a:defRPr>
            </a:lvl1pPr>
          </a:lstStyle>
          <a:p>
            <a:r>
              <a:rPr lang="ar-KW" dirty="0"/>
              <a:t>عنوان</a:t>
            </a:r>
            <a:endParaRPr lang="en-US" dirty="0"/>
          </a:p>
        </p:txBody>
      </p:sp>
      <p:sp>
        <p:nvSpPr>
          <p:cNvPr id="11"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8" name="Group 7"/>
          <p:cNvGrpSpPr/>
          <p:nvPr userDrawn="1"/>
        </p:nvGrpSpPr>
        <p:grpSpPr>
          <a:xfrm flipH="1">
            <a:off x="0" y="5800728"/>
            <a:ext cx="1733548" cy="1057275"/>
            <a:chOff x="10458450" y="5800725"/>
            <a:chExt cx="1733548" cy="1057275"/>
          </a:xfrm>
        </p:grpSpPr>
        <p:sp>
          <p:nvSpPr>
            <p:cNvPr id="9" name="Right Triangle 8"/>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0" name="Picture 9"/>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3" name="TextBox 12"/>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4072715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4" name="Title 3"/>
          <p:cNvSpPr>
            <a:spLocks noGrp="1"/>
          </p:cNvSpPr>
          <p:nvPr>
            <p:ph type="title" hasCustomPrompt="1"/>
          </p:nvPr>
        </p:nvSpPr>
        <p:spPr>
          <a:xfrm>
            <a:off x="620856" y="3826333"/>
            <a:ext cx="10933200" cy="1606550"/>
          </a:xfrm>
        </p:spPr>
        <p:txBody>
          <a:bodyPr vert="horz" lIns="0" tIns="0" rIns="0" bIns="0" rtlCol="0" anchor="b" anchorCtr="0">
            <a:noAutofit/>
          </a:bodyPr>
          <a:lstStyle>
            <a:lvl1pPr>
              <a:defRPr lang="ar-KW" sz="5400" dirty="0">
                <a:solidFill>
                  <a:srgbClr val="FFFFFF"/>
                </a:solidFill>
                <a:latin typeface="+mj-lt"/>
                <a:ea typeface="+mj-ea"/>
                <a:cs typeface="+mj-cs"/>
                <a:sym typeface="+mj-lt"/>
              </a:defRPr>
            </a:lvl1pPr>
          </a:lstStyle>
          <a:p>
            <a:pPr marL="0" lvl="0" indent="0">
              <a:lnSpc>
                <a:spcPct val="110000"/>
              </a:lnSpc>
              <a:spcBef>
                <a:spcPts val="600"/>
              </a:spcBef>
              <a:spcAft>
                <a:spcPts val="300"/>
              </a:spcAft>
              <a:buFont typeface="Arial" panose="020B0604020202020204" pitchFamily="34" charset="0"/>
              <a:buChar char="​"/>
            </a:pPr>
            <a:r>
              <a:rPr lang="ar-KW" dirty="0"/>
              <a:t>بيان النص العظيم</a:t>
            </a:r>
          </a:p>
        </p:txBody>
      </p:sp>
      <p:sp>
        <p:nvSpPr>
          <p:cNvPr id="1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2" name="TextBox 11"/>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52645952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2" name="Object 1" hidden="1"/>
                      <p:cNvPicPr/>
                      <p:nvPr/>
                    </p:nvPicPr>
                    <p:blipFill>
                      <a:blip r:embed="rId5"/>
                      <a:stretch>
                        <a:fillRect/>
                      </a:stretch>
                    </p:blipFill>
                    <p:spPr>
                      <a:xfrm>
                        <a:off x="1590" y="1591"/>
                        <a:ext cx="1587" cy="1587"/>
                      </a:xfrm>
                      <a:prstGeom prst="rect">
                        <a:avLst/>
                      </a:prstGeom>
                    </p:spPr>
                  </p:pic>
                </p:oleObj>
              </mc:Fallback>
            </mc:AlternateContent>
          </a:graphicData>
        </a:graphic>
      </p:graphicFrame>
      <p:sp>
        <p:nvSpPr>
          <p:cNvPr id="3" name="Rectangle 2" hidden="1"/>
          <p:cNvSpPr/>
          <p:nvPr userDrawn="1">
            <p:custDataLst>
              <p:tags r:id="rId2"/>
            </p:custDataLst>
          </p:nvPr>
        </p:nvSpPr>
        <p:spPr>
          <a:xfrm>
            <a:off x="2" y="0"/>
            <a:ext cx="158750" cy="158750"/>
          </a:xfrm>
          <a:prstGeom prst="rect">
            <a:avLst/>
          </a:prstGeom>
          <a:solidFill>
            <a:schemeClr val="tx2"/>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1" eaLnBrk="1" fontAlgn="auto" latinLnBrk="0" hangingPunct="1">
              <a:lnSpc>
                <a:spcPct val="90000"/>
              </a:lnSpc>
              <a:spcBef>
                <a:spcPts val="0"/>
              </a:spcBef>
              <a:spcAft>
                <a:spcPts val="1000"/>
              </a:spcAft>
              <a:buClrTx/>
              <a:buSzTx/>
              <a:buFontTx/>
              <a:buNone/>
              <a:tabLst/>
              <a:defRPr/>
            </a:pPr>
            <a:endParaRPr kumimoji="0" lang="ar-KW" sz="5400" b="0" i="0" u="none" strike="noStrike" kern="1200" cap="none" spc="0" normalizeH="0" baseline="0" noProof="0" dirty="0" err="1">
              <a:ln>
                <a:noFill/>
              </a:ln>
              <a:solidFill>
                <a:srgbClr val="FFFFFF"/>
              </a:solidFill>
              <a:effectLst/>
              <a:uLnTx/>
              <a:uFillTx/>
              <a:latin typeface="DIN Next LT Arabic Light"/>
              <a:ea typeface="+mn-ea"/>
              <a:cs typeface="DIN Next LT Arabic Light"/>
              <a:sym typeface="DIN Next LT Arabic Light" panose="020B0303020203050203" pitchFamily="34" charset="-78"/>
            </a:endParaRPr>
          </a:p>
        </p:txBody>
      </p:sp>
      <p:sp>
        <p:nvSpPr>
          <p:cNvPr id="6" name="Rectangle 5"/>
          <p:cNvSpPr/>
          <p:nvPr userDrawn="1"/>
        </p:nvSpPr>
        <p:spPr bwMode="white">
          <a:xfrm>
            <a:off x="10630512" y="625475"/>
            <a:ext cx="932688" cy="932688"/>
          </a:xfrm>
          <a:prstGeom prst="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4" name="Title 3"/>
          <p:cNvSpPr>
            <a:spLocks noGrp="1"/>
          </p:cNvSpPr>
          <p:nvPr>
            <p:ph type="title" hasCustomPrompt="1"/>
          </p:nvPr>
        </p:nvSpPr>
        <p:spPr>
          <a:xfrm>
            <a:off x="630000" y="3826333"/>
            <a:ext cx="10933200" cy="1606550"/>
          </a:xfrm>
        </p:spPr>
        <p:txBody>
          <a:bodyPr vert="horz" lIns="0" tIns="0" rIns="0" bIns="0" rtlCol="0" anchor="b" anchorCtr="0">
            <a:noAutofit/>
          </a:bodyPr>
          <a:lstStyle>
            <a:lvl1pPr>
              <a:defRPr lang="ar-KW" sz="5400" dirty="0">
                <a:solidFill>
                  <a:schemeClr val="tx2"/>
                </a:solidFill>
                <a:latin typeface="+mj-lt"/>
                <a:ea typeface="+mj-ea"/>
                <a:cs typeface="+mj-cs"/>
                <a:sym typeface="+mj-lt"/>
              </a:defRPr>
            </a:lvl1pPr>
          </a:lstStyle>
          <a:p>
            <a:pPr marL="0" lvl="0" indent="0">
              <a:lnSpc>
                <a:spcPct val="110000"/>
              </a:lnSpc>
              <a:spcBef>
                <a:spcPts val="600"/>
              </a:spcBef>
              <a:spcAft>
                <a:spcPts val="300"/>
              </a:spcAft>
              <a:buFont typeface="Arial" panose="020B0604020202020204" pitchFamily="34" charset="0"/>
              <a:buChar char="​"/>
            </a:pPr>
            <a:r>
              <a:rPr lang="ar-KW" dirty="0"/>
              <a:t>بيان النص العظيم</a:t>
            </a:r>
          </a:p>
        </p:txBody>
      </p:sp>
      <p:sp>
        <p:nvSpPr>
          <p:cNvPr id="1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Tree>
    <p:extLst>
      <p:ext uri="{BB962C8B-B14F-4D97-AF65-F5344CB8AC3E}">
        <p14:creationId xmlns:p14="http://schemas.microsoft.com/office/powerpoint/2010/main" val="41155128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5">
            <a:extLst>
              <a:ext uri="{28A0092B-C50C-407E-A947-70E740481C1C}">
                <a14:useLocalDpi xmlns:a14="http://schemas.microsoft.com/office/drawing/2010/main" val="0"/>
              </a:ext>
            </a:extLst>
          </a:blip>
          <a:srcRect r="3634" b="1258"/>
          <a:stretch/>
        </p:blipFill>
        <p:spPr>
          <a:xfrm rot="16200000" flipH="1">
            <a:off x="6797463" y="110970"/>
            <a:ext cx="769257" cy="10019821"/>
          </a:xfrm>
          <a:prstGeom prst="rect">
            <a:avLst/>
          </a:prstGeom>
        </p:spPr>
      </p:pic>
      <p:sp>
        <p:nvSpPr>
          <p:cNvPr id="59" name="Freeform 58"/>
          <p:cNvSpPr>
            <a:spLocks/>
          </p:cNvSpPr>
          <p:nvPr/>
        </p:nvSpPr>
        <p:spPr bwMode="white">
          <a:xfrm flipH="1">
            <a:off x="0" y="3"/>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sym typeface="+mn-lt"/>
            </a:endParaRPr>
          </a:p>
        </p:txBody>
      </p:sp>
      <p:sp>
        <p:nvSpPr>
          <p:cNvPr id="12" name="TextBox 11"/>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491038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2C2C2C"/>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4" imgW="352" imgH="355" progId="TCLayout.ActiveDocument.1">
                  <p:embed/>
                </p:oleObj>
              </mc:Choice>
              <mc:Fallback>
                <p:oleObj name="think-cell Slide" r:id="rId4" imgW="352" imgH="355" progId="TCLayout.ActiveDocument.1">
                  <p:embed/>
                  <p:pic>
                    <p:nvPicPr>
                      <p:cNvPr id="4" name="Object 3" hidden="1"/>
                      <p:cNvPicPr/>
                      <p:nvPr/>
                    </p:nvPicPr>
                    <p:blipFill>
                      <a:blip r:embed="rId5"/>
                      <a:stretch>
                        <a:fillRect/>
                      </a:stretch>
                    </p:blipFill>
                    <p:spPr>
                      <a:xfrm>
                        <a:off x="1590" y="1591"/>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695327" y="512766"/>
            <a:ext cx="10764836" cy="332399"/>
          </a:xfrm>
        </p:spPr>
        <p:txBody>
          <a:bodyPr/>
          <a:lstStyle>
            <a:lvl1pPr>
              <a:defRPr sz="2400">
                <a:solidFill>
                  <a:schemeClr val="bg1"/>
                </a:solidFill>
                <a:latin typeface="+mj-lt"/>
                <a:ea typeface="+mj-ea"/>
                <a:cs typeface="+mj-cs"/>
                <a:sym typeface="+mj-lt"/>
              </a:defRPr>
            </a:lvl1pPr>
          </a:lstStyle>
          <a:p>
            <a:r>
              <a:rPr lang="ar-KW" dirty="0"/>
              <a:t>عنوان</a:t>
            </a:r>
            <a:endParaRPr lang="en-US" dirty="0"/>
          </a:p>
        </p:txBody>
      </p:sp>
      <p:sp>
        <p:nvSpPr>
          <p:cNvPr id="9"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1" name="TextBox 10"/>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2630855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flipH="1">
            <a:off x="7675871"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flipH="1">
            <a:off x="810369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rPr>
              <a:t> </a:t>
            </a:r>
          </a:p>
        </p:txBody>
      </p:sp>
      <p:sp>
        <p:nvSpPr>
          <p:cNvPr id="20" name="TextBox 19"/>
          <p:cNvSpPr txBox="1"/>
          <p:nvPr userDrawn="1"/>
        </p:nvSpPr>
        <p:spPr>
          <a:xfrm>
            <a:off x="8738144" y="2577934"/>
            <a:ext cx="2722017" cy="1761764"/>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6000"/>
              </a:lnSpc>
              <a:spcBef>
                <a:spcPts val="0"/>
              </a:spcBef>
              <a:spcAft>
                <a:spcPts val="700"/>
              </a:spcAft>
              <a:buClrTx/>
              <a:buSzTx/>
              <a:buFontTx/>
              <a:buNone/>
              <a:tabLst/>
              <a:defRPr/>
            </a:pPr>
            <a:r>
              <a:rPr kumimoji="0" lang="ar-KW" sz="5400" b="0" i="0" u="none" strike="noStrike" kern="1200" cap="none" spc="0" normalizeH="0" baseline="0" noProof="0" dirty="0">
                <a:ln>
                  <a:noFill/>
                </a:ln>
                <a:solidFill>
                  <a:srgbClr val="273370"/>
                </a:solidFill>
                <a:effectLst/>
                <a:uLnTx/>
                <a:uFillTx/>
                <a:latin typeface="DIN Next LT Arabic Light"/>
                <a:ea typeface="+mn-ea"/>
                <a:cs typeface="DIN Next LT Arabic Light"/>
                <a:sym typeface="+mn-lt"/>
              </a:rPr>
              <a:t>جدول المحتويات</a:t>
            </a:r>
          </a:p>
        </p:txBody>
      </p:sp>
      <p:sp>
        <p:nvSpPr>
          <p:cNvPr id="1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4" name="TextBox 13"/>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235205997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0"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9" name="TextBox 8"/>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84309024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8"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Tree>
    <p:extLst>
      <p:ext uri="{BB962C8B-B14F-4D97-AF65-F5344CB8AC3E}">
        <p14:creationId xmlns:p14="http://schemas.microsoft.com/office/powerpoint/2010/main" val="36443520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 Disclaimer">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Tree>
    <p:extLst>
      <p:ext uri="{BB962C8B-B14F-4D97-AF65-F5344CB8AC3E}">
        <p14:creationId xmlns:p14="http://schemas.microsoft.com/office/powerpoint/2010/main" val="1366866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0" name="Picture 9"/>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15" name="Title 17"/>
          <p:cNvSpPr txBox="1">
            <a:spLocks/>
          </p:cNvSpPr>
          <p:nvPr userDrawn="1"/>
        </p:nvSpPr>
        <p:spPr>
          <a:xfrm>
            <a:off x="4796118" y="2431688"/>
            <a:ext cx="6700559" cy="1994624"/>
          </a:xfrm>
          <a:prstGeom prst="rect">
            <a:avLst/>
          </a:prstGeom>
        </p:spPr>
        <p:txBody>
          <a:bodyPr vert="horz" wrap="square" lIns="0" tIns="0" rIns="0" bIns="0" rtlCol="0" anchor="ctr" anchorCtr="0">
            <a:noAutofit/>
          </a:bodyPr>
          <a:lstStyle>
            <a:lvl1pPr algn="l" defTabSz="914400" rtl="0" eaLnBrk="1" latinLnBrk="0" hangingPunct="1">
              <a:lnSpc>
                <a:spcPct val="90000"/>
              </a:lnSpc>
              <a:spcBef>
                <a:spcPct val="0"/>
              </a:spcBef>
              <a:buNone/>
              <a:defRPr sz="4000" b="1" kern="1200">
                <a:solidFill>
                  <a:schemeClr val="bg1"/>
                </a:solidFill>
                <a:latin typeface="+mj-lt"/>
                <a:ea typeface="+mj-ea"/>
                <a:cs typeface="+mj-cs"/>
                <a:sym typeface="+mj-lt"/>
              </a:defRPr>
            </a:lvl1pPr>
          </a:lstStyle>
          <a:p>
            <a:pPr marL="0" marR="0" lvl="0" indent="0" algn="r" defTabSz="914400" rtl="1" eaLnBrk="1" fontAlgn="auto" latinLnBrk="0" hangingPunct="1">
              <a:lnSpc>
                <a:spcPct val="90000"/>
              </a:lnSpc>
              <a:spcBef>
                <a:spcPct val="0"/>
              </a:spcBef>
              <a:spcAft>
                <a:spcPts val="0"/>
              </a:spcAft>
              <a:buClrTx/>
              <a:buSzTx/>
              <a:buFontTx/>
              <a:buNone/>
              <a:tabLst/>
              <a:defRPr/>
            </a:pPr>
            <a:r>
              <a:rPr kumimoji="0" lang="ar-AE" sz="6000" b="0" i="0" u="none" strike="noStrike" kern="1200" cap="none" spc="0" normalizeH="0" baseline="0" noProof="0" dirty="0">
                <a:ln>
                  <a:noFill/>
                </a:ln>
                <a:solidFill>
                  <a:srgbClr val="FFFFFF"/>
                </a:solidFill>
                <a:effectLst/>
                <a:uLnTx/>
                <a:uFillTx/>
                <a:latin typeface="DIN Next LT Arabic Light"/>
                <a:ea typeface="+mj-ea"/>
                <a:cs typeface="DIN Next LT Arabic Light"/>
                <a:sym typeface="+mj-lt"/>
              </a:rPr>
              <a:t>شكرا لكم</a:t>
            </a:r>
          </a:p>
        </p:txBody>
      </p:sp>
      <p:grpSp>
        <p:nvGrpSpPr>
          <p:cNvPr id="3" name="Group 2"/>
          <p:cNvGrpSpPr/>
          <p:nvPr userDrawn="1"/>
        </p:nvGrpSpPr>
        <p:grpSpPr>
          <a:xfrm>
            <a:off x="3" y="4078944"/>
            <a:ext cx="4794997" cy="2779059"/>
            <a:chOff x="0" y="4078941"/>
            <a:chExt cx="4794997" cy="2779059"/>
          </a:xfrm>
        </p:grpSpPr>
        <p:sp>
          <p:nvSpPr>
            <p:cNvPr id="8" name="Isosceles Triangle 7"/>
            <p:cNvSpPr/>
            <p:nvPr userDrawn="1"/>
          </p:nvSpPr>
          <p:spPr>
            <a:xfrm flipH="1">
              <a:off x="0" y="4078941"/>
              <a:ext cx="4794997" cy="2779059"/>
            </a:xfrm>
            <a:prstGeom prst="triangle">
              <a:avLst>
                <a:gd name="adj" fmla="val 100000"/>
              </a:avLst>
            </a:prstGeom>
            <a:solidFill>
              <a:srgbClr val="FFFFFF"/>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73370"/>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9" name="Picture 8"/>
            <p:cNvPicPr>
              <a:picLocks noChangeAspect="1"/>
            </p:cNvPicPr>
            <p:nvPr userDrawn="1"/>
          </p:nvPicPr>
          <p:blipFill rotWithShape="1">
            <a:blip r:embed="rId6" cstate="print">
              <a:extLst>
                <a:ext uri="{28A0092B-C50C-407E-A947-70E740481C1C}">
                  <a14:useLocalDpi xmlns:a14="http://schemas.microsoft.com/office/drawing/2010/main" val="0"/>
                </a:ext>
              </a:extLst>
            </a:blip>
            <a:srcRect l="6953" t="16096" r="6876" b="17094"/>
            <a:stretch/>
          </p:blipFill>
          <p:spPr>
            <a:xfrm>
              <a:off x="375399" y="5745173"/>
              <a:ext cx="1967751" cy="717168"/>
            </a:xfrm>
            <a:prstGeom prst="rect">
              <a:avLst/>
            </a:prstGeom>
          </p:spPr>
        </p:pic>
      </p:grpSp>
    </p:spTree>
    <p:extLst>
      <p:ext uri="{BB962C8B-B14F-4D97-AF65-F5344CB8AC3E}">
        <p14:creationId xmlns:p14="http://schemas.microsoft.com/office/powerpoint/2010/main" val="12541590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352" imgH="355" progId="TCLayout.ActiveDocument.1">
                  <p:embed/>
                </p:oleObj>
              </mc:Choice>
              <mc:Fallback>
                <p:oleObj name="think-cell Slide" r:id="rId3" imgW="352" imgH="355"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52"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47" name="Group 46"/>
          <p:cNvGrpSpPr/>
          <p:nvPr userDrawn="1"/>
        </p:nvGrpSpPr>
        <p:grpSpPr>
          <a:xfrm>
            <a:off x="-900" y="2"/>
            <a:ext cx="12193800" cy="6858001"/>
            <a:chOff x="-900" y="0"/>
            <a:chExt cx="12193800" cy="6858001"/>
          </a:xfrm>
        </p:grpSpPr>
        <p:sp>
          <p:nvSpPr>
            <p:cNvPr id="48" name="Freeform 47"/>
            <p:cNvSpPr/>
            <p:nvPr/>
          </p:nvSpPr>
          <p:spPr>
            <a:xfrm>
              <a:off x="-300" y="0"/>
              <a:ext cx="12193200" cy="6858000"/>
            </a:xfrm>
            <a:custGeom>
              <a:avLst/>
              <a:gdLst>
                <a:gd name="connsiteX0" fmla="*/ 629400 w 12193200"/>
                <a:gd name="connsiteY0" fmla="*/ 487679 h 6858000"/>
                <a:gd name="connsiteX1" fmla="*/ 629400 w 12193200"/>
                <a:gd name="connsiteY1" fmla="*/ 774466 h 6858000"/>
                <a:gd name="connsiteX2" fmla="*/ 630001 w 12193200"/>
                <a:gd name="connsiteY2" fmla="*/ 774466 h 6858000"/>
                <a:gd name="connsiteX3" fmla="*/ 630001 w 12193200"/>
                <a:gd name="connsiteY3" fmla="*/ 5936631 h 6858000"/>
                <a:gd name="connsiteX4" fmla="*/ 11562000 w 12193200"/>
                <a:gd name="connsiteY4" fmla="*/ 5936631 h 6858000"/>
                <a:gd name="connsiteX5" fmla="*/ 11562000 w 12193200"/>
                <a:gd name="connsiteY5" fmla="*/ 622800 h 6858000"/>
                <a:gd name="connsiteX6" fmla="*/ 11561629 w 12193200"/>
                <a:gd name="connsiteY6" fmla="*/ 622800 h 6858000"/>
                <a:gd name="connsiteX7" fmla="*/ 11561629 w 12193200"/>
                <a:gd name="connsiteY7" fmla="*/ 487679 h 6858000"/>
                <a:gd name="connsiteX8" fmla="*/ 0 w 12193200"/>
                <a:gd name="connsiteY8" fmla="*/ 0 h 6858000"/>
                <a:gd name="connsiteX9" fmla="*/ 12193200 w 12193200"/>
                <a:gd name="connsiteY9" fmla="*/ 0 h 6858000"/>
                <a:gd name="connsiteX10" fmla="*/ 12193200 w 12193200"/>
                <a:gd name="connsiteY10" fmla="*/ 622800 h 6858000"/>
                <a:gd name="connsiteX11" fmla="*/ 12192000 w 12193200"/>
                <a:gd name="connsiteY11" fmla="*/ 622800 h 6858000"/>
                <a:gd name="connsiteX12" fmla="*/ 12192000 w 12193200"/>
                <a:gd name="connsiteY12" fmla="*/ 6160597 h 6858000"/>
                <a:gd name="connsiteX13" fmla="*/ 12193200 w 12193200"/>
                <a:gd name="connsiteY13" fmla="*/ 6160597 h 6858000"/>
                <a:gd name="connsiteX14" fmla="*/ 12193200 w 12193200"/>
                <a:gd name="connsiteY14" fmla="*/ 6858000 h 6858000"/>
                <a:gd name="connsiteX15" fmla="*/ 12192000 w 12193200"/>
                <a:gd name="connsiteY15" fmla="*/ 6858000 h 6858000"/>
                <a:gd name="connsiteX16" fmla="*/ 11562000 w 12193200"/>
                <a:gd name="connsiteY16" fmla="*/ 6858000 h 6858000"/>
                <a:gd name="connsiteX17" fmla="*/ 630001 w 12193200"/>
                <a:gd name="connsiteY17" fmla="*/ 6858000 h 6858000"/>
                <a:gd name="connsiteX18" fmla="*/ 1 w 12193200"/>
                <a:gd name="connsiteY18" fmla="*/ 6858000 h 6858000"/>
                <a:gd name="connsiteX19" fmla="*/ 1 w 12193200"/>
                <a:gd name="connsiteY19" fmla="*/ 6160597 h 6858000"/>
                <a:gd name="connsiteX20" fmla="*/ 1 w 12193200"/>
                <a:gd name="connsiteY20" fmla="*/ 622800 h 6858000"/>
                <a:gd name="connsiteX21" fmla="*/ 0 w 12193200"/>
                <a:gd name="connsiteY21"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193200" h="6858000">
                  <a:moveTo>
                    <a:pt x="629400" y="487679"/>
                  </a:moveTo>
                  <a:lnTo>
                    <a:pt x="629400" y="774466"/>
                  </a:lnTo>
                  <a:lnTo>
                    <a:pt x="630001" y="774466"/>
                  </a:lnTo>
                  <a:lnTo>
                    <a:pt x="630001" y="5936631"/>
                  </a:lnTo>
                  <a:lnTo>
                    <a:pt x="11562000" y="5936631"/>
                  </a:lnTo>
                  <a:lnTo>
                    <a:pt x="11562000" y="622800"/>
                  </a:lnTo>
                  <a:lnTo>
                    <a:pt x="11561629" y="622800"/>
                  </a:lnTo>
                  <a:lnTo>
                    <a:pt x="11561629" y="487679"/>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49" name="Footnote measure"/>
            <p:cNvSpPr>
              <a:spLocks noChangeArrowheads="1"/>
            </p:cNvSpPr>
            <p:nvPr/>
          </p:nvSpPr>
          <p:spPr bwMode="auto">
            <a:xfrm>
              <a:off x="695325" y="5936630"/>
              <a:ext cx="10764835" cy="623310"/>
            </a:xfrm>
            <a:prstGeom prst="rect">
              <a:avLst/>
            </a:prstGeom>
            <a:solidFill>
              <a:srgbClr val="FDBD4D">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50" name="Slide edges"/>
            <p:cNvSpPr>
              <a:spLocks/>
            </p:cNvSpPr>
            <p:nvPr/>
          </p:nvSpPr>
          <p:spPr bwMode="auto">
            <a:xfrm>
              <a:off x="-900" y="1"/>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rgbClr val="696969"/>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DIN Next LT Arabic Light"/>
                <a:ea typeface="+mn-ea"/>
                <a:cs typeface="DIN Next LT Arabic Light"/>
              </a:endParaRPr>
            </a:p>
          </p:txBody>
        </p:sp>
        <p:cxnSp>
          <p:nvCxnSpPr>
            <p:cNvPr id="51" name="Straight Connector 50"/>
            <p:cNvCxnSpPr/>
            <p:nvPr/>
          </p:nvCxnSpPr>
          <p:spPr>
            <a:xfrm>
              <a:off x="-900" y="487679"/>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900" y="774466"/>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900" y="1061254"/>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900" y="1348599"/>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p:nvPr/>
          </p:nvCxnSpPr>
          <p:spPr>
            <a:xfrm>
              <a:off x="-900" y="1634829"/>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a:off x="-900" y="1921616"/>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p:nvPr/>
          </p:nvCxnSpPr>
          <p:spPr>
            <a:xfrm>
              <a:off x="-900" y="2208403"/>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900" y="2495191"/>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900" y="2781978"/>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900" y="3068766"/>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a:off x="-900" y="3355553"/>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a:off x="-900" y="3642341"/>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a:off x="-900" y="3929128"/>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p:nvPr/>
          </p:nvCxnSpPr>
          <p:spPr>
            <a:xfrm>
              <a:off x="-900" y="4215915"/>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p:nvPr/>
          </p:nvCxnSpPr>
          <p:spPr>
            <a:xfrm>
              <a:off x="-900" y="4502703"/>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p:nvPr/>
          </p:nvCxnSpPr>
          <p:spPr>
            <a:xfrm>
              <a:off x="-900" y="4789490"/>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a:off x="-900" y="5076278"/>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a:off x="-900" y="5363065"/>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a:off x="-900" y="5649852"/>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a:off x="-900" y="5936631"/>
              <a:ext cx="121932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sp>
          <p:nvSpPr>
            <p:cNvPr id="72" name="Rectangle 34"/>
            <p:cNvSpPr>
              <a:spLocks noChangeArrowheads="1"/>
            </p:cNvSpPr>
            <p:nvPr/>
          </p:nvSpPr>
          <p:spPr bwMode="auto">
            <a:xfrm>
              <a:off x="688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73" name="Rectangle 35"/>
            <p:cNvSpPr>
              <a:spLocks noChangeArrowheads="1"/>
            </p:cNvSpPr>
            <p:nvPr/>
          </p:nvSpPr>
          <p:spPr bwMode="auto">
            <a:xfrm>
              <a:off x="875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74" name="Rectangle 36"/>
            <p:cNvSpPr>
              <a:spLocks noChangeArrowheads="1"/>
            </p:cNvSpPr>
            <p:nvPr/>
          </p:nvSpPr>
          <p:spPr bwMode="auto">
            <a:xfrm>
              <a:off x="7821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75" name="Rectangle 37"/>
            <p:cNvSpPr>
              <a:spLocks noChangeArrowheads="1"/>
            </p:cNvSpPr>
            <p:nvPr/>
          </p:nvSpPr>
          <p:spPr bwMode="auto">
            <a:xfrm>
              <a:off x="9691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76" name="Rectangle 38"/>
            <p:cNvSpPr>
              <a:spLocks noChangeArrowheads="1"/>
            </p:cNvSpPr>
            <p:nvPr/>
          </p:nvSpPr>
          <p:spPr bwMode="auto">
            <a:xfrm>
              <a:off x="1062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77" name="Rectangle 39"/>
            <p:cNvSpPr>
              <a:spLocks noChangeArrowheads="1"/>
            </p:cNvSpPr>
            <p:nvPr/>
          </p:nvSpPr>
          <p:spPr bwMode="auto">
            <a:xfrm>
              <a:off x="5951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78" name="Rectangle 40"/>
            <p:cNvSpPr>
              <a:spLocks noChangeArrowheads="1"/>
            </p:cNvSpPr>
            <p:nvPr/>
          </p:nvSpPr>
          <p:spPr bwMode="auto">
            <a:xfrm>
              <a:off x="127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79" name="Rectangle 41"/>
            <p:cNvSpPr>
              <a:spLocks noChangeArrowheads="1"/>
            </p:cNvSpPr>
            <p:nvPr/>
          </p:nvSpPr>
          <p:spPr bwMode="auto">
            <a:xfrm>
              <a:off x="2211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80" name="Rectangle 42"/>
            <p:cNvSpPr>
              <a:spLocks noChangeArrowheads="1"/>
            </p:cNvSpPr>
            <p:nvPr/>
          </p:nvSpPr>
          <p:spPr bwMode="auto">
            <a:xfrm>
              <a:off x="314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81" name="Rectangle 43"/>
            <p:cNvSpPr>
              <a:spLocks noChangeArrowheads="1"/>
            </p:cNvSpPr>
            <p:nvPr/>
          </p:nvSpPr>
          <p:spPr bwMode="auto">
            <a:xfrm>
              <a:off x="4081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82" name="Rectangle 44"/>
            <p:cNvSpPr>
              <a:spLocks noChangeArrowheads="1"/>
            </p:cNvSpPr>
            <p:nvPr/>
          </p:nvSpPr>
          <p:spPr bwMode="auto">
            <a:xfrm>
              <a:off x="5016700" y="488417"/>
              <a:ext cx="288000" cy="5449195"/>
            </a:xfrm>
            <a:prstGeom prst="rect">
              <a:avLst/>
            </a:prstGeom>
            <a:solidFill>
              <a:srgbClr val="696969">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83" name="Whitespace measure"/>
            <p:cNvSpPr>
              <a:spLocks noChangeArrowheads="1"/>
            </p:cNvSpPr>
            <p:nvPr/>
          </p:nvSpPr>
          <p:spPr bwMode="auto">
            <a:xfrm>
              <a:off x="695325" y="1348599"/>
              <a:ext cx="10764835" cy="573947"/>
            </a:xfrm>
            <a:prstGeom prst="rect">
              <a:avLst/>
            </a:prstGeom>
            <a:solidFill>
              <a:srgbClr val="FDBD4D">
                <a:alpha val="15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84" name="Rectangle 5"/>
            <p:cNvSpPr>
              <a:spLocks noChangeArrowheads="1"/>
            </p:cNvSpPr>
            <p:nvPr/>
          </p:nvSpPr>
          <p:spPr bwMode="auto">
            <a:xfrm>
              <a:off x="2911393" y="5755080"/>
              <a:ext cx="1900563" cy="78274"/>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85" name="Rectangle 7"/>
            <p:cNvSpPr>
              <a:spLocks noChangeArrowheads="1"/>
            </p:cNvSpPr>
            <p:nvPr/>
          </p:nvSpPr>
          <p:spPr bwMode="auto">
            <a:xfrm>
              <a:off x="9553574" y="5755080"/>
              <a:ext cx="1906587" cy="78274"/>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86" name="Rectangle 9"/>
            <p:cNvSpPr>
              <a:spLocks noChangeArrowheads="1"/>
            </p:cNvSpPr>
            <p:nvPr/>
          </p:nvSpPr>
          <p:spPr bwMode="auto">
            <a:xfrm>
              <a:off x="7334494" y="5755080"/>
              <a:ext cx="1906587" cy="78274"/>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87" name="Rectangle 11"/>
            <p:cNvSpPr>
              <a:spLocks noChangeArrowheads="1"/>
            </p:cNvSpPr>
            <p:nvPr/>
          </p:nvSpPr>
          <p:spPr bwMode="auto">
            <a:xfrm>
              <a:off x="5124450" y="5755080"/>
              <a:ext cx="1897551" cy="78274"/>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88" name="Rectangle 13"/>
            <p:cNvSpPr>
              <a:spLocks noChangeArrowheads="1"/>
            </p:cNvSpPr>
            <p:nvPr/>
          </p:nvSpPr>
          <p:spPr bwMode="auto">
            <a:xfrm>
              <a:off x="695325" y="5755080"/>
              <a:ext cx="1903575" cy="78274"/>
            </a:xfrm>
            <a:prstGeom prst="rect">
              <a:avLst/>
            </a:prstGeom>
            <a:solidFill>
              <a:srgbClr val="696969">
                <a:alpha val="1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696969"/>
                </a:solidFill>
                <a:effectLst/>
                <a:uLnTx/>
                <a:uFillTx/>
                <a:latin typeface="DIN Next LT Arabic Light"/>
                <a:ea typeface="+mn-ea"/>
                <a:cs typeface="DIN Next LT Arabic Light"/>
              </a:endParaRPr>
            </a:p>
          </p:txBody>
        </p:sp>
        <p:sp>
          <p:nvSpPr>
            <p:cNvPr id="89" name="Live area"/>
            <p:cNvSpPr/>
            <p:nvPr/>
          </p:nvSpPr>
          <p:spPr>
            <a:xfrm>
              <a:off x="695325" y="1921238"/>
              <a:ext cx="10764835" cy="4015393"/>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C00000">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sp>
          <p:nvSpPr>
            <p:cNvPr id="90" name="ee4pFootnotes"/>
            <p:cNvSpPr>
              <a:spLocks noChangeArrowheads="1"/>
            </p:cNvSpPr>
            <p:nvPr userDrawn="1"/>
          </p:nvSpPr>
          <p:spPr bwMode="auto">
            <a:xfrm>
              <a:off x="2429248" y="6144442"/>
              <a:ext cx="9030914" cy="415498"/>
            </a:xfrm>
            <a:prstGeom prst="rect">
              <a:avLst/>
            </a:prstGeom>
            <a:noFill/>
            <a:ln w="9525" algn="ctr">
              <a:noFill/>
              <a:miter lim="800000"/>
              <a:headEnd type="none" w="lg" len="lg"/>
              <a:tailEnd type="none" w="lg" len="lg"/>
            </a:ln>
          </p:spPr>
          <p:txBody>
            <a:bodyPr vert="horz" wrap="square" lIns="0" tIns="0" rIns="0" bIns="0" anchor="b" anchorCtr="0">
              <a:spAutoFit/>
            </a:bodyPr>
            <a:lstStyle/>
            <a:p>
              <a:pPr marL="0" marR="0" lvl="0" indent="0" algn="r" defTabSz="914400" rtl="1" eaLnBrk="1" fontAlgn="auto" latinLnBrk="0" hangingPunct="1">
                <a:lnSpc>
                  <a:spcPct val="90000"/>
                </a:lnSpc>
                <a:spcBef>
                  <a:spcPts val="0"/>
                </a:spcBef>
                <a:spcAft>
                  <a:spcPts val="0"/>
                </a:spcAft>
                <a:buClrTx/>
                <a:buSzTx/>
                <a:buFontTx/>
                <a:buNone/>
                <a:tabLst/>
                <a:defRPr/>
              </a:pPr>
              <a:r>
                <a:rPr kumimoji="0" lang="ar-AE" sz="1000" b="0" i="0" u="none" strike="noStrike" kern="1200" cap="none" spc="0" normalizeH="0" baseline="0" noProof="0" dirty="0">
                  <a:ln>
                    <a:noFill/>
                  </a:ln>
                  <a:solidFill>
                    <a:srgbClr val="A6A6A6"/>
                  </a:solidFill>
                  <a:effectLst/>
                  <a:uLnTx/>
                  <a:uFillTx/>
                  <a:latin typeface="DIN Next LT Arabic Light"/>
                  <a:ea typeface="+mn-ea"/>
                  <a:cs typeface="DIN Next LT Arabic Light"/>
                  <a:sym typeface="+mn-lt"/>
                </a:rPr>
                <a:t>1. xxxx 2. xxxx 3. xxxx</a:t>
              </a:r>
            </a:p>
            <a:p>
              <a:pPr marL="0" marR="0" lvl="0" indent="0" algn="r" defTabSz="914400" rtl="1" eaLnBrk="1" fontAlgn="auto" latinLnBrk="0" hangingPunct="1">
                <a:lnSpc>
                  <a:spcPct val="90000"/>
                </a:lnSpc>
                <a:spcBef>
                  <a:spcPts val="0"/>
                </a:spcBef>
                <a:spcAft>
                  <a:spcPts val="0"/>
                </a:spcAft>
                <a:buClrTx/>
                <a:buSzTx/>
                <a:buFontTx/>
                <a:buNone/>
                <a:tabLst/>
                <a:defRPr/>
              </a:pPr>
              <a:r>
                <a:rPr kumimoji="0" lang="ar-AE" sz="1000" b="0" i="0" u="none" strike="noStrike" kern="1200" cap="none" spc="0" normalizeH="0" baseline="0" noProof="0" dirty="0">
                  <a:ln>
                    <a:noFill/>
                  </a:ln>
                  <a:solidFill>
                    <a:srgbClr val="A6A6A6"/>
                  </a:solidFill>
                  <a:effectLst/>
                  <a:uLnTx/>
                  <a:uFillTx/>
                  <a:latin typeface="DIN Next LT Arabic Light"/>
                  <a:ea typeface="+mn-ea"/>
                  <a:cs typeface="DIN Next LT Arabic Light"/>
                  <a:sym typeface="+mn-lt"/>
                </a:rPr>
                <a:t>ملاحظة: سرد الحواشي بالترتيب العددي. أرقام الحاشية السفلية ليست بين قوسين. استخدام الخط 10pt. لا تضع فترة في نهاية الملاحظة أو المصدر</a:t>
              </a:r>
            </a:p>
            <a:p>
              <a:pPr marL="0" marR="0" lvl="0" indent="0" algn="r" defTabSz="914400" rtl="1" eaLnBrk="1" fontAlgn="auto" latinLnBrk="0" hangingPunct="1">
                <a:lnSpc>
                  <a:spcPct val="90000"/>
                </a:lnSpc>
                <a:spcBef>
                  <a:spcPts val="0"/>
                </a:spcBef>
                <a:spcAft>
                  <a:spcPts val="0"/>
                </a:spcAft>
                <a:buClrTx/>
                <a:buSzTx/>
                <a:buFontTx/>
                <a:buNone/>
                <a:tabLst/>
                <a:defRPr/>
              </a:pPr>
              <a:r>
                <a:rPr kumimoji="0" lang="ar-AE" sz="1000" b="0" i="0" u="none" strike="noStrike" kern="1200" cap="none" spc="0" normalizeH="0" baseline="0" noProof="0" dirty="0">
                  <a:ln>
                    <a:noFill/>
                  </a:ln>
                  <a:solidFill>
                    <a:srgbClr val="A6A6A6"/>
                  </a:solidFill>
                  <a:effectLst/>
                  <a:uLnTx/>
                  <a:uFillTx/>
                  <a:latin typeface="DIN Next LT Arabic Light"/>
                  <a:ea typeface="+mn-ea"/>
                  <a:cs typeface="DIN Next LT Arabic Light"/>
                  <a:sym typeface="+mn-lt"/>
                </a:rPr>
                <a:t>المصدر: قم بتضمين مصدر لكل مخطط تستخدمه. مصادر منفصلة بفاصلة منقوطة ؛ مصادر BCG ذات الصلة تذهب في النهاية</a:t>
              </a:r>
            </a:p>
          </p:txBody>
        </p:sp>
      </p:grpSp>
    </p:spTree>
    <p:extLst>
      <p:ext uri="{BB962C8B-B14F-4D97-AF65-F5344CB8AC3E}">
        <p14:creationId xmlns:p14="http://schemas.microsoft.com/office/powerpoint/2010/main" val="201307399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90" y="1591"/>
                        <a:ext cx="1587" cy="1587"/>
                      </a:xfrm>
                      <a:prstGeom prst="rect">
                        <a:avLst/>
                      </a:prstGeom>
                    </p:spPr>
                  </p:pic>
                </p:oleObj>
              </mc:Fallback>
            </mc:AlternateContent>
          </a:graphicData>
        </a:graphic>
      </p:graphicFrame>
      <p:sp>
        <p:nvSpPr>
          <p:cNvPr id="11" name="Rectangle 10"/>
          <p:cNvSpPr/>
          <p:nvPr userDrawn="1"/>
        </p:nvSpPr>
        <p:spPr bwMode="invGray">
          <a:xfrm>
            <a:off x="1388147"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12" name="Rectangle 11"/>
          <p:cNvSpPr/>
          <p:nvPr userDrawn="1">
            <p:custDataLst>
              <p:tags r:id="rId2"/>
            </p:custDataLst>
          </p:nvPr>
        </p:nvSpPr>
        <p:spPr>
          <a:xfrm>
            <a:off x="2509484"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5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2" name="TextBox 1"/>
          <p:cNvSpPr txBox="1"/>
          <p:nvPr userDrawn="1"/>
        </p:nvSpPr>
        <p:spPr>
          <a:xfrm>
            <a:off x="630000" y="907199"/>
            <a:ext cx="3448800" cy="1220467"/>
          </a:xfrm>
          <a:prstGeom prst="rect">
            <a:avLst/>
          </a:prstGeom>
          <a:noFill/>
          <a:ln>
            <a:solidFill>
              <a:schemeClr val="bg1"/>
            </a:solidFill>
          </a:ln>
        </p:spPr>
        <p:txBody>
          <a:bodyPr wrap="square" lIns="612000" tIns="468000" rIns="0" bIns="0" rtlCol="0" anchor="t">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54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0" name="TextBox 1"/>
          <p:cNvSpPr txBox="1"/>
          <p:nvPr userDrawn="1"/>
        </p:nvSpPr>
        <p:spPr>
          <a:xfrm>
            <a:off x="727634" y="1115416"/>
            <a:ext cx="3252814" cy="881780"/>
          </a:xfrm>
          <a:prstGeom prst="rect">
            <a:avLst/>
          </a:prstGeom>
          <a:noFill/>
        </p:spPr>
        <p:txBody>
          <a:bodyPr wrap="none" rtlCol="0">
            <a:spAutoFit/>
          </a:bodyP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ar-SA" sz="54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جدول أعمال</a:t>
            </a:r>
          </a:p>
        </p:txBody>
      </p:sp>
      <p:sp>
        <p:nvSpPr>
          <p:cNvPr id="13"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8" name="TextBox 17"/>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21374110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0" name="Rectangle 9"/>
          <p:cNvSpPr/>
          <p:nvPr userDrawn="1"/>
        </p:nvSpPr>
        <p:spPr bwMode="white">
          <a:xfrm>
            <a:off x="1284745"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8"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2" name="TextBox 11"/>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16336314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10" name="Title 1"/>
          <p:cNvSpPr txBox="1">
            <a:spLocks/>
          </p:cNvSpPr>
          <p:nvPr userDrawn="1"/>
        </p:nvSpPr>
        <p:spPr>
          <a:xfrm>
            <a:off x="630002" y="622800"/>
            <a:ext cx="7189998" cy="470898"/>
          </a:xfrm>
          <a:prstGeom prst="rect">
            <a:avLst/>
          </a:prstGeom>
        </p:spPr>
        <p:txBody>
          <a:bodyPr vert="horz" wrap="square" lIns="0" tIns="0" rIns="0" bIns="0" rtlCol="0" anchor="b"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ar-SA" sz="3400" b="0" i="0" u="none" strike="noStrike" kern="1200" cap="none" spc="0" normalizeH="0" baseline="0" noProof="0" dirty="0">
                <a:ln>
                  <a:noFill/>
                </a:ln>
                <a:solidFill>
                  <a:srgbClr val="FFFFFF"/>
                </a:solidFill>
                <a:effectLst/>
                <a:uLnTx/>
                <a:uFillTx/>
                <a:latin typeface="DIN Next LT Arabic Light"/>
                <a:ea typeface="+mj-ea"/>
                <a:cs typeface="DIN Next LT Arabic Light"/>
                <a:sym typeface="+mn-lt"/>
              </a:rPr>
              <a:t>جدول أعمال</a:t>
            </a:r>
          </a:p>
        </p:txBody>
      </p:sp>
      <p:cxnSp>
        <p:nvCxnSpPr>
          <p:cNvPr id="13" name="Straight Connector 12"/>
          <p:cNvCxnSpPr/>
          <p:nvPr userDrawn="1"/>
        </p:nvCxnSpPr>
        <p:spPr bwMode="white">
          <a:xfrm>
            <a:off x="618900"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8"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5" name="TextBox 14"/>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7747759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70" y="0"/>
            <a:ext cx="416951" cy="6858000"/>
          </a:xfrm>
          <a:prstGeom prst="rect">
            <a:avLst/>
          </a:prstGeom>
        </p:spPr>
      </p:pic>
      <p:sp>
        <p:nvSpPr>
          <p:cNvPr id="13" name="Rectangle 12"/>
          <p:cNvSpPr/>
          <p:nvPr userDrawn="1"/>
        </p:nvSpPr>
        <p:spPr bwMode="white">
          <a:xfrm>
            <a:off x="4080765" y="-1308"/>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7" name="TextBox 16"/>
          <p:cNvSpPr txBox="1"/>
          <p:nvPr userDrawn="1"/>
        </p:nvSpPr>
        <p:spPr>
          <a:xfrm>
            <a:off x="630002" y="3207715"/>
            <a:ext cx="1935400" cy="470898"/>
          </a:xfrm>
          <a:prstGeom prst="rect">
            <a:avLst/>
          </a:prstGeom>
          <a:noFill/>
        </p:spPr>
        <p:txBody>
          <a:bodyPr wrap="square" lIns="0" tIns="0" rIns="0" bIns="0" rtlCol="0" anchor="t">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ar-SA" sz="34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جدول أعمال</a:t>
            </a:r>
          </a:p>
        </p:txBody>
      </p:sp>
      <p:sp>
        <p:nvSpPr>
          <p:cNvPr id="9"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2" name="TextBox 11"/>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64200774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90" y="1591"/>
                        <a:ext cx="1587" cy="1587"/>
                      </a:xfrm>
                      <a:prstGeom prst="rect">
                        <a:avLst/>
                      </a:prstGeom>
                    </p:spPr>
                  </p:pic>
                </p:oleObj>
              </mc:Fallback>
            </mc:AlternateContent>
          </a:graphicData>
        </a:graphic>
      </p:graphicFrame>
      <p:sp>
        <p:nvSpPr>
          <p:cNvPr id="8" name="Rectangle 7"/>
          <p:cNvSpPr/>
          <p:nvPr userDrawn="1"/>
        </p:nvSpPr>
        <p:spPr bwMode="invGray">
          <a:xfrm>
            <a:off x="1388147" y="4691187"/>
            <a:ext cx="929337" cy="995874"/>
          </a:xfrm>
          <a:prstGeom prst="rect">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10" name="Rectangle 9"/>
          <p:cNvSpPr/>
          <p:nvPr userDrawn="1">
            <p:custDataLst>
              <p:tags r:id="rId2"/>
            </p:custDataLst>
          </p:nvPr>
        </p:nvSpPr>
        <p:spPr>
          <a:xfrm>
            <a:off x="2509484" y="4691187"/>
            <a:ext cx="1570152" cy="1468176"/>
          </a:xfrm>
          <a:prstGeom prst="rect">
            <a:avLst/>
          </a:prstGeom>
          <a:noFill/>
          <a:ln w="9525" cmpd="sng">
            <a:solidFill>
              <a:schemeClr val="tx2"/>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5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1" name="TextBox 10"/>
          <p:cNvSpPr txBox="1"/>
          <p:nvPr userDrawn="1"/>
        </p:nvSpPr>
        <p:spPr>
          <a:xfrm>
            <a:off x="630000" y="907199"/>
            <a:ext cx="3448800" cy="1220467"/>
          </a:xfrm>
          <a:prstGeom prst="rect">
            <a:avLst/>
          </a:prstGeom>
          <a:noFill/>
          <a:ln>
            <a:solidFill>
              <a:schemeClr val="tx2"/>
            </a:solidFill>
          </a:ln>
        </p:spPr>
        <p:txBody>
          <a:bodyPr wrap="square" lIns="612000" tIns="468000" rIns="0" bIns="0" rtlCol="0" anchor="t">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5400" b="0" i="0" u="none" strike="noStrike" kern="1200" cap="none" spc="0" normalizeH="0" baseline="0" noProof="0" dirty="0">
              <a:ln>
                <a:noFill/>
              </a:ln>
              <a:solidFill>
                <a:srgbClr val="94A0DA"/>
              </a:solidFill>
              <a:effectLst/>
              <a:uLnTx/>
              <a:uFillTx/>
              <a:latin typeface="DIN Next LT Arabic Light"/>
              <a:ea typeface="+mn-ea"/>
              <a:cs typeface="DIN Next LT Arabic Light"/>
              <a:sym typeface="+mn-lt"/>
            </a:endParaRPr>
          </a:p>
        </p:txBody>
      </p:sp>
      <p:sp>
        <p:nvSpPr>
          <p:cNvPr id="9" name="TextBox 1"/>
          <p:cNvSpPr txBox="1"/>
          <p:nvPr userDrawn="1"/>
        </p:nvSpPr>
        <p:spPr>
          <a:xfrm>
            <a:off x="727634" y="1115416"/>
            <a:ext cx="3252814" cy="881780"/>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ar-SA" sz="5400" b="0" i="0" u="none" strike="noStrike" kern="1200" cap="none" spc="0" normalizeH="0" baseline="0" noProof="0" dirty="0">
                <a:ln>
                  <a:noFill/>
                </a:ln>
                <a:solidFill>
                  <a:srgbClr val="273370"/>
                </a:solidFill>
                <a:effectLst/>
                <a:uLnTx/>
                <a:uFillTx/>
                <a:latin typeface="DIN Next LT Arabic Light"/>
                <a:ea typeface="+mn-ea"/>
                <a:cs typeface="DIN Next LT Arabic Light"/>
                <a:sym typeface="+mn-lt"/>
              </a:rPr>
              <a:t>جدول أعمال</a:t>
            </a:r>
          </a:p>
        </p:txBody>
      </p:sp>
      <p:sp>
        <p:nvSpPr>
          <p:cNvPr id="12"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Tree>
    <p:extLst>
      <p:ext uri="{BB962C8B-B14F-4D97-AF65-F5344CB8AC3E}">
        <p14:creationId xmlns:p14="http://schemas.microsoft.com/office/powerpoint/2010/main" val="12651928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8" name="Rectangle 7"/>
          <p:cNvSpPr/>
          <p:nvPr userDrawn="1"/>
        </p:nvSpPr>
        <p:spPr bwMode="white">
          <a:xfrm>
            <a:off x="1284745" y="1428131"/>
            <a:ext cx="947672" cy="947672"/>
          </a:xfrm>
          <a:prstGeom prst="rect">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0" name="Rectangle 9"/>
          <p:cNvSpPr/>
          <p:nvPr userDrawn="1"/>
        </p:nvSpPr>
        <p:spPr>
          <a:xfrm>
            <a:off x="1285200" y="2667600"/>
            <a:ext cx="9619200" cy="3200400"/>
          </a:xfrm>
          <a:prstGeom prst="rect">
            <a:avLst/>
          </a:prstGeom>
          <a:noFill/>
          <a:ln w="9525">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6"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Tree>
    <p:extLst>
      <p:ext uri="{BB962C8B-B14F-4D97-AF65-F5344CB8AC3E}">
        <p14:creationId xmlns:p14="http://schemas.microsoft.com/office/powerpoint/2010/main" val="22493414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sp>
        <p:nvSpPr>
          <p:cNvPr id="7" name="Title 1"/>
          <p:cNvSpPr txBox="1">
            <a:spLocks/>
          </p:cNvSpPr>
          <p:nvPr userDrawn="1"/>
        </p:nvSpPr>
        <p:spPr>
          <a:xfrm>
            <a:off x="630002" y="761302"/>
            <a:ext cx="7189998" cy="332399"/>
          </a:xfrm>
          <a:prstGeom prst="rect">
            <a:avLst/>
          </a:prstGeom>
        </p:spPr>
        <p:txBody>
          <a:bodyPr vert="horz" wrap="square" lIns="0" tIns="0" rIns="0" bIns="0" rtlCol="0" anchor="b"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ar-SA" sz="2400" b="0" i="0" u="none" strike="noStrike" kern="1200" cap="none" spc="0" normalizeH="0" baseline="0" noProof="0" dirty="0">
                <a:ln>
                  <a:noFill/>
                </a:ln>
                <a:solidFill>
                  <a:srgbClr val="273370"/>
                </a:solidFill>
                <a:effectLst/>
                <a:uLnTx/>
                <a:uFillTx/>
                <a:latin typeface="DIN Next LT Arabic Light"/>
                <a:ea typeface="+mj-ea"/>
                <a:cs typeface="DIN Next LT Arabic Light"/>
                <a:sym typeface="+mn-lt"/>
              </a:rPr>
              <a:t>جدول أعمال</a:t>
            </a:r>
          </a:p>
        </p:txBody>
      </p:sp>
      <p:cxnSp>
        <p:nvCxnSpPr>
          <p:cNvPr id="9" name="Straight Connector 8"/>
          <p:cNvCxnSpPr/>
          <p:nvPr userDrawn="1"/>
        </p:nvCxnSpPr>
        <p:spPr bwMode="white">
          <a:xfrm>
            <a:off x="618900" y="1206000"/>
            <a:ext cx="11576304" cy="0"/>
          </a:xfrm>
          <a:prstGeom prst="line">
            <a:avLst/>
          </a:prstGeom>
          <a:ln w="9525"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
        <p:nvSpPr>
          <p:cNvPr id="6"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spTree>
    <p:extLst>
      <p:ext uri="{BB962C8B-B14F-4D97-AF65-F5344CB8AC3E}">
        <p14:creationId xmlns:p14="http://schemas.microsoft.com/office/powerpoint/2010/main" val="36561587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70" y="0"/>
            <a:ext cx="416951" cy="6858000"/>
          </a:xfrm>
          <a:prstGeom prst="rect">
            <a:avLst/>
          </a:prstGeom>
        </p:spPr>
      </p:pic>
      <p:sp>
        <p:nvSpPr>
          <p:cNvPr id="26" name="Rectangle 25"/>
          <p:cNvSpPr/>
          <p:nvPr userDrawn="1"/>
        </p:nvSpPr>
        <p:spPr bwMode="ltGray">
          <a:xfrm>
            <a:off x="4080765" y="-1308"/>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
        <p:nvSpPr>
          <p:cNvPr id="10" name="TextBox 9"/>
          <p:cNvSpPr txBox="1"/>
          <p:nvPr userDrawn="1"/>
        </p:nvSpPr>
        <p:spPr>
          <a:xfrm>
            <a:off x="630000" y="3262147"/>
            <a:ext cx="1922700" cy="332399"/>
          </a:xfrm>
          <a:prstGeom prst="rect">
            <a:avLst/>
          </a:prstGeom>
          <a:noFill/>
        </p:spPr>
        <p:txBody>
          <a:bodyPr wrap="square" lIns="0" tIns="0" rIns="0" bIns="0" rtlCol="0" anchor="t">
            <a:sp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r>
              <a:rPr kumimoji="0" lang="ar-SA" sz="24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جدول أعمال</a:t>
            </a:r>
          </a:p>
        </p:txBody>
      </p:sp>
      <p:sp>
        <p:nvSpPr>
          <p:cNvPr id="9"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rPr>
              <a:t>Copyright © 2020 by The Boston Consulting Group, Inc. All rights reserved.</a:t>
            </a:r>
          </a:p>
        </p:txBody>
      </p:sp>
      <p:sp>
        <p:nvSpPr>
          <p:cNvPr id="11" name="TextBox 10"/>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FFFFF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FFFFF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348628342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100000">
              <a:schemeClr val="tx2"/>
            </a:gs>
            <a:gs pos="0">
              <a:srgbClr val="010103"/>
            </a:gs>
          </a:gsLst>
          <a:lin ang="14100000" scaled="0"/>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90" y="1591"/>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08640"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2"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17" name="Freeform 12"/>
          <p:cNvSpPr/>
          <p:nvPr userDrawn="1"/>
        </p:nvSpPr>
        <p:spPr bwMode="ltGray">
          <a:xfrm>
            <a:off x="2"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marL="0" marR="0" lvl="0" indent="0" algn="l" defTabSz="914400" rtl="0" eaLnBrk="1" fontAlgn="auto" latinLnBrk="0" hangingPunct="1">
              <a:lnSpc>
                <a:spcPct val="90000"/>
              </a:lnSpc>
              <a:spcBef>
                <a:spcPts val="0"/>
              </a:spcBef>
              <a:spcAft>
                <a:spcPts val="1000"/>
              </a:spcAft>
              <a:buClrTx/>
              <a:buSzTx/>
              <a:buFontTx/>
              <a:buNone/>
              <a:tabLst/>
              <a:defRPr/>
            </a:pPr>
            <a:endParaRPr kumimoji="0" lang="en-US" sz="1200" b="0" i="0" u="none" strike="noStrike" kern="1200" cap="none" spc="0" normalizeH="0" baseline="0" noProof="0" dirty="0">
              <a:ln>
                <a:noFill/>
              </a:ln>
              <a:solidFill>
                <a:prstClr val="white"/>
              </a:solidFill>
              <a:effectLst/>
              <a:uLnTx/>
              <a:uFillTx/>
              <a:latin typeface="DIN Next LT Arabic Light"/>
              <a:ea typeface="+mn-ea"/>
              <a:cs typeface="DIN Next LT Arabic Light"/>
              <a:sym typeface="+mn-lt"/>
            </a:endParaRPr>
          </a:p>
        </p:txBody>
      </p:sp>
      <p:sp>
        <p:nvSpPr>
          <p:cNvPr id="20" name="TextBox 19"/>
          <p:cNvSpPr txBox="1"/>
          <p:nvPr userDrawn="1"/>
        </p:nvSpPr>
        <p:spPr>
          <a:xfrm>
            <a:off x="630002" y="2577934"/>
            <a:ext cx="2819400" cy="1761764"/>
          </a:xfrm>
          <a:prstGeom prst="rect">
            <a:avLst/>
          </a:prstGeom>
          <a:noFill/>
        </p:spPr>
        <p:txBody>
          <a:bodyPr wrap="square" lIns="0" tIns="0" rIns="0" bIns="0" rtlCol="0" anchor="ctr">
            <a:spAutoFit/>
          </a:bodyPr>
          <a:lstStyle/>
          <a:p>
            <a:pPr marL="0" marR="0" lvl="0" indent="0" algn="r" defTabSz="914400" rtl="0" eaLnBrk="1" fontAlgn="auto" latinLnBrk="0" hangingPunct="1">
              <a:lnSpc>
                <a:spcPct val="106000"/>
              </a:lnSpc>
              <a:spcBef>
                <a:spcPts val="0"/>
              </a:spcBef>
              <a:spcAft>
                <a:spcPts val="700"/>
              </a:spcAft>
              <a:buClrTx/>
              <a:buSzTx/>
              <a:buFontTx/>
              <a:buNone/>
              <a:tabLst/>
              <a:defRPr/>
            </a:pPr>
            <a:r>
              <a:rPr kumimoji="0" lang="ar-KW" sz="5400" b="0" i="0" u="none" strike="noStrike" kern="1200" cap="none" spc="0" normalizeH="0" baseline="0" noProof="0" dirty="0">
                <a:ln>
                  <a:noFill/>
                </a:ln>
                <a:solidFill>
                  <a:srgbClr val="273370"/>
                </a:solidFill>
                <a:effectLst/>
                <a:uLnTx/>
                <a:uFillTx/>
                <a:latin typeface="DIN Next LT Arabic Light"/>
                <a:ea typeface="+mn-ea"/>
                <a:cs typeface="DIN Next LT Arabic Light"/>
                <a:sym typeface="+mn-lt"/>
              </a:rPr>
              <a:t>جدول المحتويات</a:t>
            </a:r>
          </a:p>
        </p:txBody>
      </p:sp>
      <p:sp>
        <p:nvSpPr>
          <p:cNvPr id="9" name="Copyright" hidden="1"/>
          <p:cNvSpPr txBox="1"/>
          <p:nvPr userDrawn="1"/>
        </p:nvSpPr>
        <p:spPr>
          <a:xfrm rot="5400000">
            <a:off x="-2181103" y="4044631"/>
            <a:ext cx="4623861" cy="96950"/>
          </a:xfrm>
          <a:prstGeom prst="rect">
            <a:avLst/>
          </a:prstGeom>
          <a:noFill/>
        </p:spPr>
        <p:txBody>
          <a:bodyPr wrap="square" lIns="0" tIns="0" rIns="0" bIns="0" rtlCol="0" anchor="t">
            <a:spAutoFit/>
          </a:bodyPr>
          <a:lstStyle/>
          <a:p>
            <a:pPr marL="0" marR="0" lvl="0" indent="0" algn="r" defTabSz="914400" rtl="0" eaLnBrk="1" fontAlgn="auto" latinLnBrk="0" hangingPunct="1">
              <a:lnSpc>
                <a:spcPct val="90000"/>
              </a:lnSpc>
              <a:spcBef>
                <a:spcPts val="0"/>
              </a:spcBef>
              <a:spcAft>
                <a:spcPts val="600"/>
              </a:spcAft>
              <a:buClrTx/>
              <a:buSzTx/>
              <a:buFontTx/>
              <a:buNone/>
              <a:tabLst/>
              <a:defRPr/>
            </a:pPr>
            <a:r>
              <a:rPr kumimoji="0" lang="en-US" sz="700" b="0" i="0" u="none" strike="noStrike" kern="1200" cap="none" spc="0" normalizeH="0" baseline="0" noProof="0" dirty="0">
                <a:ln>
                  <a:noFill/>
                </a:ln>
                <a:solidFill>
                  <a:srgbClr val="FFFFFF">
                    <a:lumMod val="50000"/>
                  </a:srgbClr>
                </a:solidFill>
                <a:effectLst/>
                <a:uLnTx/>
                <a:uFillTx/>
                <a:latin typeface="DIN Next LT Arabic Light"/>
                <a:ea typeface="+mn-ea"/>
                <a:cs typeface="DIN Next LT Arabic Light"/>
                <a:sym typeface="+mn-lt"/>
              </a:rPr>
              <a:t>Copyright © 2020 by The Boston Consulting Group, Inc. All rights reserved.</a:t>
            </a:r>
          </a:p>
        </p:txBody>
      </p:sp>
      <p:grpSp>
        <p:nvGrpSpPr>
          <p:cNvPr id="11" name="Group 10"/>
          <p:cNvGrpSpPr/>
          <p:nvPr userDrawn="1"/>
        </p:nvGrpSpPr>
        <p:grpSpPr>
          <a:xfrm flipH="1">
            <a:off x="0" y="5800728"/>
            <a:ext cx="1733548" cy="1057275"/>
            <a:chOff x="10458450" y="5800725"/>
            <a:chExt cx="1733548" cy="1057275"/>
          </a:xfrm>
        </p:grpSpPr>
        <p:sp>
          <p:nvSpPr>
            <p:cNvPr id="14" name="Right Triangle 13"/>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15" name="Picture 14"/>
            <p:cNvPicPr>
              <a:picLocks noChangeAspect="1"/>
            </p:cNvPicPr>
            <p:nvPr userDrawn="1"/>
          </p:nvPicPr>
          <p:blipFill rotWithShape="1">
            <a:blip r:embed="rId6"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16" name="TextBox 15"/>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86788638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38.xml"/><Relationship Id="rId21" Type="http://schemas.openxmlformats.org/officeDocument/2006/relationships/slideLayout" Target="../slideLayouts/slideLayout33.xml"/><Relationship Id="rId42" Type="http://schemas.openxmlformats.org/officeDocument/2006/relationships/slideLayout" Target="../slideLayouts/slideLayout54.xml"/><Relationship Id="rId47" Type="http://schemas.openxmlformats.org/officeDocument/2006/relationships/slideLayout" Target="../slideLayouts/slideLayout59.xml"/><Relationship Id="rId63" Type="http://schemas.openxmlformats.org/officeDocument/2006/relationships/slideLayout" Target="../slideLayouts/slideLayout75.xml"/><Relationship Id="rId68" Type="http://schemas.openxmlformats.org/officeDocument/2006/relationships/slideLayout" Target="../slideLayouts/slideLayout80.xml"/><Relationship Id="rId16" Type="http://schemas.openxmlformats.org/officeDocument/2006/relationships/slideLayout" Target="../slideLayouts/slideLayout2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slideLayout" Target="../slideLayouts/slideLayout49.xml"/><Relationship Id="rId40" Type="http://schemas.openxmlformats.org/officeDocument/2006/relationships/slideLayout" Target="../slideLayouts/slideLayout52.xml"/><Relationship Id="rId45" Type="http://schemas.openxmlformats.org/officeDocument/2006/relationships/slideLayout" Target="../slideLayouts/slideLayout57.xml"/><Relationship Id="rId53" Type="http://schemas.openxmlformats.org/officeDocument/2006/relationships/slideLayout" Target="../slideLayouts/slideLayout65.xml"/><Relationship Id="rId58" Type="http://schemas.openxmlformats.org/officeDocument/2006/relationships/slideLayout" Target="../slideLayouts/slideLayout70.xml"/><Relationship Id="rId66" Type="http://schemas.openxmlformats.org/officeDocument/2006/relationships/slideLayout" Target="../slideLayouts/slideLayout78.xml"/><Relationship Id="rId74" Type="http://schemas.openxmlformats.org/officeDocument/2006/relationships/tags" Target="../tags/tag4.xml"/><Relationship Id="rId5" Type="http://schemas.openxmlformats.org/officeDocument/2006/relationships/slideLayout" Target="../slideLayouts/slideLayout17.xml"/><Relationship Id="rId61" Type="http://schemas.openxmlformats.org/officeDocument/2006/relationships/slideLayout" Target="../slideLayouts/slideLayout73.xml"/><Relationship Id="rId19" Type="http://schemas.openxmlformats.org/officeDocument/2006/relationships/slideLayout" Target="../slideLayouts/slideLayout3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slideLayout" Target="../slideLayouts/slideLayout47.xml"/><Relationship Id="rId43" Type="http://schemas.openxmlformats.org/officeDocument/2006/relationships/slideLayout" Target="../slideLayouts/slideLayout55.xml"/><Relationship Id="rId48" Type="http://schemas.openxmlformats.org/officeDocument/2006/relationships/slideLayout" Target="../slideLayouts/slideLayout60.xml"/><Relationship Id="rId56" Type="http://schemas.openxmlformats.org/officeDocument/2006/relationships/slideLayout" Target="../slideLayouts/slideLayout68.xml"/><Relationship Id="rId64" Type="http://schemas.openxmlformats.org/officeDocument/2006/relationships/slideLayout" Target="../slideLayouts/slideLayout76.xml"/><Relationship Id="rId69" Type="http://schemas.openxmlformats.org/officeDocument/2006/relationships/slideLayout" Target="../slideLayouts/slideLayout81.xml"/><Relationship Id="rId77" Type="http://schemas.openxmlformats.org/officeDocument/2006/relationships/image" Target="../media/image4.png"/><Relationship Id="rId8" Type="http://schemas.openxmlformats.org/officeDocument/2006/relationships/slideLayout" Target="../slideLayouts/slideLayout20.xml"/><Relationship Id="rId51" Type="http://schemas.openxmlformats.org/officeDocument/2006/relationships/slideLayout" Target="../slideLayouts/slideLayout63.xml"/><Relationship Id="rId72" Type="http://schemas.openxmlformats.org/officeDocument/2006/relationships/slideLayout" Target="../slideLayouts/slideLayout84.xml"/><Relationship Id="rId3" Type="http://schemas.openxmlformats.org/officeDocument/2006/relationships/slideLayout" Target="../slideLayouts/slideLayout15.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38" Type="http://schemas.openxmlformats.org/officeDocument/2006/relationships/slideLayout" Target="../slideLayouts/slideLayout50.xml"/><Relationship Id="rId46" Type="http://schemas.openxmlformats.org/officeDocument/2006/relationships/slideLayout" Target="../slideLayouts/slideLayout58.xml"/><Relationship Id="rId59" Type="http://schemas.openxmlformats.org/officeDocument/2006/relationships/slideLayout" Target="../slideLayouts/slideLayout71.xml"/><Relationship Id="rId67" Type="http://schemas.openxmlformats.org/officeDocument/2006/relationships/slideLayout" Target="../slideLayouts/slideLayout79.xml"/><Relationship Id="rId20" Type="http://schemas.openxmlformats.org/officeDocument/2006/relationships/slideLayout" Target="../slideLayouts/slideLayout32.xml"/><Relationship Id="rId41" Type="http://schemas.openxmlformats.org/officeDocument/2006/relationships/slideLayout" Target="../slideLayouts/slideLayout53.xml"/><Relationship Id="rId54" Type="http://schemas.openxmlformats.org/officeDocument/2006/relationships/slideLayout" Target="../slideLayouts/slideLayout66.xml"/><Relationship Id="rId62" Type="http://schemas.openxmlformats.org/officeDocument/2006/relationships/slideLayout" Target="../slideLayouts/slideLayout74.xml"/><Relationship Id="rId70" Type="http://schemas.openxmlformats.org/officeDocument/2006/relationships/slideLayout" Target="../slideLayouts/slideLayout82.xml"/><Relationship Id="rId75" Type="http://schemas.openxmlformats.org/officeDocument/2006/relationships/oleObject" Target="../embeddings/oleObject2.bin"/><Relationship Id="rId1" Type="http://schemas.openxmlformats.org/officeDocument/2006/relationships/slideLayout" Target="../slideLayouts/slideLayout13.xml"/><Relationship Id="rId6" Type="http://schemas.openxmlformats.org/officeDocument/2006/relationships/slideLayout" Target="../slideLayouts/slideLayout18.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slideLayout" Target="../slideLayouts/slideLayout48.xml"/><Relationship Id="rId49" Type="http://schemas.openxmlformats.org/officeDocument/2006/relationships/slideLayout" Target="../slideLayouts/slideLayout61.xml"/><Relationship Id="rId57" Type="http://schemas.openxmlformats.org/officeDocument/2006/relationships/slideLayout" Target="../slideLayouts/slideLayout69.xml"/><Relationship Id="rId10" Type="http://schemas.openxmlformats.org/officeDocument/2006/relationships/slideLayout" Target="../slideLayouts/slideLayout22.xml"/><Relationship Id="rId31" Type="http://schemas.openxmlformats.org/officeDocument/2006/relationships/slideLayout" Target="../slideLayouts/slideLayout43.xml"/><Relationship Id="rId44" Type="http://schemas.openxmlformats.org/officeDocument/2006/relationships/slideLayout" Target="../slideLayouts/slideLayout56.xml"/><Relationship Id="rId52" Type="http://schemas.openxmlformats.org/officeDocument/2006/relationships/slideLayout" Target="../slideLayouts/slideLayout64.xml"/><Relationship Id="rId60" Type="http://schemas.openxmlformats.org/officeDocument/2006/relationships/slideLayout" Target="../slideLayouts/slideLayout72.xml"/><Relationship Id="rId65" Type="http://schemas.openxmlformats.org/officeDocument/2006/relationships/slideLayout" Target="../slideLayouts/slideLayout77.xml"/><Relationship Id="rId73" Type="http://schemas.openxmlformats.org/officeDocument/2006/relationships/theme" Target="../theme/theme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3" Type="http://schemas.openxmlformats.org/officeDocument/2006/relationships/slideLayout" Target="../slideLayouts/slideLayout25.xml"/><Relationship Id="rId18" Type="http://schemas.openxmlformats.org/officeDocument/2006/relationships/slideLayout" Target="../slideLayouts/slideLayout30.xml"/><Relationship Id="rId39" Type="http://schemas.openxmlformats.org/officeDocument/2006/relationships/slideLayout" Target="../slideLayouts/slideLayout51.xml"/><Relationship Id="rId34" Type="http://schemas.openxmlformats.org/officeDocument/2006/relationships/slideLayout" Target="../slideLayouts/slideLayout46.xml"/><Relationship Id="rId50" Type="http://schemas.openxmlformats.org/officeDocument/2006/relationships/slideLayout" Target="../slideLayouts/slideLayout62.xml"/><Relationship Id="rId55" Type="http://schemas.openxmlformats.org/officeDocument/2006/relationships/slideLayout" Target="../slideLayouts/slideLayout67.xml"/><Relationship Id="rId76" Type="http://schemas.openxmlformats.org/officeDocument/2006/relationships/image" Target="../media/image3.emf"/><Relationship Id="rId7" Type="http://schemas.openxmlformats.org/officeDocument/2006/relationships/slideLayout" Target="../slideLayouts/slideLayout19.xml"/><Relationship Id="rId71" Type="http://schemas.openxmlformats.org/officeDocument/2006/relationships/slideLayout" Target="../slideLayouts/slideLayout83.xml"/><Relationship Id="rId2" Type="http://schemas.openxmlformats.org/officeDocument/2006/relationships/slideLayout" Target="../slideLayouts/slideLayout14.xml"/><Relationship Id="rId29" Type="http://schemas.openxmlformats.org/officeDocument/2006/relationships/slideLayout" Target="../slideLayouts/slideLayout4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4BB89F-262E-42D6-9C08-42D1FABB94B4}" type="datetimeFigureOut">
              <a:rPr lang="en-US" smtClean="0"/>
              <a:t>8/6/2026</a:t>
            </a:fld>
            <a:endParaRPr lang="en-US"/>
          </a:p>
        </p:txBody>
      </p:sp>
      <p:sp>
        <p:nvSpPr>
          <p:cNvPr id="5" name="Footer Placeholder 4"/>
          <p:cNvSpPr>
            <a:spLocks noGrp="1"/>
          </p:cNvSpPr>
          <p:nvPr>
            <p:ph type="ftr" sz="quarter" idx="3"/>
            <p:custDataLst>
              <p:tags r:id="rId14"/>
            </p:custDataLst>
          </p:nvPr>
        </p:nvSpPr>
        <p:spPr>
          <a:xfrm>
            <a:off x="0" y="6356350"/>
            <a:ext cx="12192000" cy="365125"/>
          </a:xfrm>
          <a:prstGeom prst="rect">
            <a:avLst/>
          </a:prstGeom>
        </p:spPr>
        <p:txBody>
          <a:bodyPr vert="horz" lIns="91440" tIns="45720" rIns="91440" bIns="45720" rtlCol="0" anchor="ctr"/>
          <a:lstStyle>
            <a:lvl1pPr algn="ctr">
              <a:defRPr lang="ar-SA" sz="800" b="0" i="0" u="none">
                <a:solidFill>
                  <a:srgbClr val="FCD12A"/>
                </a:solidFill>
              </a:defRPr>
            </a:lvl1pPr>
          </a:lstStyle>
          <a:p>
            <a:r>
              <a:rPr lang="ar-SA"/>
              <a:t>مقيد</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3290119-DC1C-4A06-9906-755D17EA6AFE}" type="slidenum">
              <a:rPr lang="en-US" smtClean="0"/>
              <a:t>‹#›</a:t>
            </a:fld>
            <a:endParaRPr lang="en-US"/>
          </a:p>
        </p:txBody>
      </p:sp>
    </p:spTree>
    <p:extLst>
      <p:ext uri="{BB962C8B-B14F-4D97-AF65-F5344CB8AC3E}">
        <p14:creationId xmlns:p14="http://schemas.microsoft.com/office/powerpoint/2010/main" val="1888446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74"/>
            </p:custDataLst>
          </p:nvPr>
        </p:nvGraphicFramePr>
        <p:xfrm>
          <a:off x="1590" y="1591"/>
          <a:ext cx="1587" cy="1587"/>
        </p:xfrm>
        <a:graphic>
          <a:graphicData uri="http://schemas.openxmlformats.org/presentationml/2006/ole">
            <mc:AlternateContent xmlns:mc="http://schemas.openxmlformats.org/markup-compatibility/2006">
              <mc:Choice xmlns:v="urn:schemas-microsoft-com:vml" Requires="v">
                <p:oleObj name="think-cell Slide" r:id="rId75" imgW="270" imgH="270" progId="TCLayout.ActiveDocument.1">
                  <p:embed/>
                </p:oleObj>
              </mc:Choice>
              <mc:Fallback>
                <p:oleObj name="think-cell Slide" r:id="rId75" imgW="270" imgH="270" progId="TCLayout.ActiveDocument.1">
                  <p:embed/>
                  <p:pic>
                    <p:nvPicPr>
                      <p:cNvPr id="2" name="Object 1" hidden="1"/>
                      <p:cNvPicPr/>
                      <p:nvPr/>
                    </p:nvPicPr>
                    <p:blipFill>
                      <a:blip r:embed="rId76"/>
                      <a:stretch>
                        <a:fillRect/>
                      </a:stretch>
                    </p:blipFill>
                    <p:spPr>
                      <a:xfrm>
                        <a:off x="1590" y="1591"/>
                        <a:ext cx="1587" cy="1587"/>
                      </a:xfrm>
                      <a:prstGeom prst="rect">
                        <a:avLst/>
                      </a:prstGeom>
                    </p:spPr>
                  </p:pic>
                </p:oleObj>
              </mc:Fallback>
            </mc:AlternateContent>
          </a:graphicData>
        </a:graphic>
      </p:graphicFrame>
      <p:grpSp>
        <p:nvGrpSpPr>
          <p:cNvPr id="3" name="Group 2"/>
          <p:cNvGrpSpPr/>
          <p:nvPr userDrawn="1"/>
        </p:nvGrpSpPr>
        <p:grpSpPr>
          <a:xfrm flipH="1">
            <a:off x="0" y="5800728"/>
            <a:ext cx="1733548" cy="1057275"/>
            <a:chOff x="10458450" y="5800725"/>
            <a:chExt cx="1733548" cy="1057275"/>
          </a:xfrm>
        </p:grpSpPr>
        <p:sp>
          <p:nvSpPr>
            <p:cNvPr id="6" name="Right Triangle 5"/>
            <p:cNvSpPr/>
            <p:nvPr userDrawn="1"/>
          </p:nvSpPr>
          <p:spPr>
            <a:xfrm flipH="1">
              <a:off x="10458450" y="5800725"/>
              <a:ext cx="1733548" cy="1057275"/>
            </a:xfrm>
            <a:prstGeom prst="rtTriangle">
              <a:avLst/>
            </a:prstGeom>
            <a:solidFill>
              <a:srgbClr val="FFFFFF"/>
            </a:solidFill>
            <a:ln w="9525" cap="rnd" cmpd="sng" algn="ctr">
              <a:no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DIN Next LT Arabic Light"/>
                <a:ea typeface="+mn-ea"/>
                <a:cs typeface="DIN Next LT Arabic Light"/>
              </a:endParaRPr>
            </a:p>
          </p:txBody>
        </p:sp>
        <p:pic>
          <p:nvPicPr>
            <p:cNvPr id="7" name="Picture 6"/>
            <p:cNvPicPr>
              <a:picLocks noChangeAspect="1"/>
            </p:cNvPicPr>
            <p:nvPr userDrawn="1"/>
          </p:nvPicPr>
          <p:blipFill rotWithShape="1">
            <a:blip r:embed="rId77" cstate="print">
              <a:extLst>
                <a:ext uri="{28A0092B-C50C-407E-A947-70E740481C1C}">
                  <a14:useLocalDpi xmlns:a14="http://schemas.microsoft.com/office/drawing/2010/main" val="0"/>
                </a:ext>
              </a:extLst>
            </a:blip>
            <a:srcRect r="67145"/>
            <a:stretch/>
          </p:blipFill>
          <p:spPr>
            <a:xfrm>
              <a:off x="11657132" y="6303708"/>
              <a:ext cx="360475" cy="384683"/>
            </a:xfrm>
            <a:prstGeom prst="rect">
              <a:avLst/>
            </a:prstGeom>
          </p:spPr>
        </p:pic>
      </p:grpSp>
      <p:sp>
        <p:nvSpPr>
          <p:cNvPr id="4" name="Text Placeholder 3"/>
          <p:cNvSpPr>
            <a:spLocks noGrp="1"/>
          </p:cNvSpPr>
          <p:nvPr>
            <p:ph type="body" idx="1"/>
          </p:nvPr>
        </p:nvSpPr>
        <p:spPr>
          <a:xfrm>
            <a:off x="695327" y="1825625"/>
            <a:ext cx="10764837" cy="4351338"/>
          </a:xfrm>
          <a:prstGeom prst="rect">
            <a:avLst/>
          </a:prstGeom>
        </p:spPr>
        <p:txBody>
          <a:bodyPr vert="horz" lIns="0" tIns="0" rIns="0" bIns="0" rtlCol="0">
            <a:noAutofit/>
          </a:bodyPr>
          <a:lstStyle/>
          <a:p>
            <a:pPr lvl="0"/>
            <a:r>
              <a:rPr lang="ar-KW" dirty="0"/>
              <a:t>تحرير أنماط النص الرئيسي</a:t>
            </a:r>
          </a:p>
          <a:p>
            <a:pPr lvl="1"/>
            <a:r>
              <a:rPr lang="ar-KW" dirty="0"/>
              <a:t>المستوى الثاني</a:t>
            </a:r>
          </a:p>
          <a:p>
            <a:pPr lvl="2"/>
            <a:r>
              <a:rPr lang="ar-KW" dirty="0"/>
              <a:t>المستوى الثالث</a:t>
            </a:r>
          </a:p>
          <a:p>
            <a:pPr lvl="2"/>
            <a:endParaRPr lang="en-US" dirty="0"/>
          </a:p>
          <a:p>
            <a:pPr lvl="3"/>
            <a:r>
              <a:rPr lang="ar-KW" dirty="0"/>
              <a:t>المستوى الرابع</a:t>
            </a:r>
            <a:endParaRPr lang="en-US" dirty="0"/>
          </a:p>
          <a:p>
            <a:pPr lvl="4"/>
            <a:r>
              <a:rPr lang="ar-KW" dirty="0"/>
              <a:t>المستوى الخامس</a:t>
            </a:r>
            <a:endParaRPr lang="en-US" dirty="0"/>
          </a:p>
          <a:p>
            <a:pPr lvl="5"/>
            <a:r>
              <a:rPr lang="ar-KW" dirty="0"/>
              <a:t>المستوى السادس</a:t>
            </a:r>
          </a:p>
          <a:p>
            <a:pPr lvl="6"/>
            <a:r>
              <a:rPr lang="ar-KW" dirty="0"/>
              <a:t>المستوى السابع</a:t>
            </a:r>
            <a:endParaRPr lang="en-US" dirty="0"/>
          </a:p>
          <a:p>
            <a:pPr lvl="7"/>
            <a:r>
              <a:rPr lang="ar-KW" dirty="0"/>
              <a:t>المستوى الثامن</a:t>
            </a:r>
            <a:endParaRPr lang="en-US" dirty="0"/>
          </a:p>
          <a:p>
            <a:pPr lvl="8"/>
            <a:r>
              <a:rPr lang="ar-KW" dirty="0"/>
              <a:t>تسعة</a:t>
            </a:r>
            <a:endParaRPr lang="en-US" dirty="0"/>
          </a:p>
        </p:txBody>
      </p:sp>
      <p:sp>
        <p:nvSpPr>
          <p:cNvPr id="9" name="Title Placeholder 1"/>
          <p:cNvSpPr>
            <a:spLocks noGrp="1"/>
          </p:cNvSpPr>
          <p:nvPr>
            <p:ph type="title"/>
          </p:nvPr>
        </p:nvSpPr>
        <p:spPr>
          <a:xfrm>
            <a:off x="695327" y="512763"/>
            <a:ext cx="10764837" cy="443198"/>
          </a:xfrm>
          <a:prstGeom prst="rect">
            <a:avLst/>
          </a:prstGeom>
        </p:spPr>
        <p:txBody>
          <a:bodyPr vert="horz" wrap="square" lIns="0" tIns="0" rIns="0" bIns="0" rtlCol="0" anchor="t">
            <a:spAutoFit/>
          </a:bodyPr>
          <a:lstStyle/>
          <a:p>
            <a:r>
              <a:rPr lang="ar-KW" dirty="0"/>
              <a:t>عنوان</a:t>
            </a:r>
            <a:endParaRPr lang="en-US" dirty="0"/>
          </a:p>
        </p:txBody>
      </p:sp>
      <p:sp>
        <p:nvSpPr>
          <p:cNvPr id="10" name="TextBox 9"/>
          <p:cNvSpPr txBox="1"/>
          <p:nvPr userDrawn="1"/>
        </p:nvSpPr>
        <p:spPr>
          <a:xfrm>
            <a:off x="630002" y="6461969"/>
            <a:ext cx="381000" cy="153888"/>
          </a:xfrm>
          <a:prstGeom prst="rect">
            <a:avLst/>
          </a:prstGeom>
          <a:noFill/>
        </p:spPr>
        <p:txBody>
          <a:bodyPr wrap="square" lIns="0" tIns="0" rIns="0" bIns="0" rtlCol="0" anchor="b">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fld id="{DFCF27A5-1A5B-48D3-A060-2758FFBB1ADD}" type="slidenum">
              <a:rPr kumimoji="0" lang="en-US" sz="1000" b="0" i="0" u="none" strike="noStrike" kern="1200" cap="none" spc="0" normalizeH="0" baseline="0" noProof="0" smtClean="0">
                <a:ln>
                  <a:noFill/>
                </a:ln>
                <a:solidFill>
                  <a:srgbClr val="7F7F7F"/>
                </a:solidFill>
                <a:effectLst/>
                <a:uLnTx/>
                <a:uFillTx/>
                <a:latin typeface="DIN Next LT Arabic Light"/>
                <a:ea typeface="+mn-ea"/>
                <a:cs typeface="DIN Next LT Arabic Light"/>
                <a:sym typeface="+mn-lt"/>
              </a:rPr>
              <a:pPr marL="0" marR="0" lvl="0" indent="0" algn="l" defTabSz="914400" rtl="1"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dirty="0">
              <a:ln>
                <a:noFill/>
              </a:ln>
              <a:solidFill>
                <a:srgbClr val="7F7F7F"/>
              </a:solidFill>
              <a:effectLst/>
              <a:uLnTx/>
              <a:uFillTx/>
              <a:latin typeface="DIN Next LT Arabic Light"/>
              <a:ea typeface="+mn-ea"/>
              <a:cs typeface="DIN Next LT Arabic Light"/>
              <a:sym typeface="+mn-lt"/>
            </a:endParaRPr>
          </a:p>
        </p:txBody>
      </p:sp>
    </p:spTree>
    <p:extLst>
      <p:ext uri="{BB962C8B-B14F-4D97-AF65-F5344CB8AC3E}">
        <p14:creationId xmlns:p14="http://schemas.microsoft.com/office/powerpoint/2010/main" val="732032655"/>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 id="2147483713" r:id="rId52"/>
    <p:sldLayoutId id="2147483714" r:id="rId53"/>
    <p:sldLayoutId id="2147483715" r:id="rId54"/>
    <p:sldLayoutId id="2147483716" r:id="rId55"/>
    <p:sldLayoutId id="2147483717" r:id="rId56"/>
    <p:sldLayoutId id="2147483718" r:id="rId57"/>
    <p:sldLayoutId id="2147483719" r:id="rId58"/>
    <p:sldLayoutId id="2147483720" r:id="rId59"/>
    <p:sldLayoutId id="2147483721" r:id="rId60"/>
    <p:sldLayoutId id="2147483722" r:id="rId61"/>
    <p:sldLayoutId id="2147483723" r:id="rId62"/>
    <p:sldLayoutId id="2147483724" r:id="rId63"/>
    <p:sldLayoutId id="2147483725" r:id="rId64"/>
    <p:sldLayoutId id="2147483726" r:id="rId65"/>
    <p:sldLayoutId id="2147483727" r:id="rId66"/>
    <p:sldLayoutId id="2147483728" r:id="rId67"/>
    <p:sldLayoutId id="2147483729" r:id="rId68"/>
    <p:sldLayoutId id="2147483730" r:id="rId69"/>
    <p:sldLayoutId id="2147483731" r:id="rId70"/>
    <p:sldLayoutId id="2147483732" r:id="rId71"/>
    <p:sldLayoutId id="2147483733" r:id="rId72"/>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r" defTabSz="914400" rtl="1" eaLnBrk="1" latinLnBrk="0" hangingPunct="1">
        <a:lnSpc>
          <a:spcPct val="90000"/>
        </a:lnSpc>
        <a:spcBef>
          <a:spcPct val="0"/>
        </a:spcBef>
        <a:buNone/>
        <a:defRPr sz="3200" kern="1200">
          <a:solidFill>
            <a:srgbClr val="273370"/>
          </a:solidFill>
          <a:latin typeface="+mj-lt"/>
          <a:ea typeface="+mj-ea"/>
          <a:cs typeface="+mj-cs"/>
          <a:sym typeface="+mj-lt"/>
        </a:defRPr>
      </a:lvl1pPr>
    </p:titleStyle>
    <p:bodyStyle>
      <a:lvl1pPr marL="0" indent="0" algn="r" defTabSz="914400" rtl="1"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mn-lt"/>
        </a:defRPr>
      </a:lvl1pPr>
      <a:lvl2pPr marL="284400" indent="-172800" algn="r" defTabSz="914400" rtl="1"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mn-lt"/>
        </a:defRPr>
      </a:lvl2pPr>
      <a:lvl3pPr marL="511200" indent="-165600" algn="r" defTabSz="914400" rtl="1"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mn-lt"/>
        </a:defRPr>
      </a:lvl3pPr>
      <a:lvl4pPr marL="0" indent="0" algn="r" defTabSz="914400" rtl="1" eaLnBrk="1" latinLnBrk="0" hangingPunct="1">
        <a:lnSpc>
          <a:spcPct val="110000"/>
        </a:lnSpc>
        <a:spcBef>
          <a:spcPts val="300"/>
        </a:spcBef>
        <a:spcAft>
          <a:spcPts val="300"/>
        </a:spcAft>
        <a:buClr>
          <a:schemeClr val="tx2"/>
        </a:buClr>
        <a:buFont typeface="Arial" panose="020B0604020202020204" pitchFamily="34" charset="0"/>
        <a:buNone/>
        <a:defRPr lang="en-US" sz="1600" kern="1200">
          <a:solidFill>
            <a:schemeClr val="tx2"/>
          </a:solidFill>
          <a:latin typeface="+mn-lt"/>
          <a:ea typeface="+mn-ea"/>
          <a:cs typeface="+mn-cs"/>
          <a:sym typeface="+mn-lt"/>
        </a:defRPr>
      </a:lvl4pPr>
      <a:lvl5pPr marL="0" indent="0" algn="r" defTabSz="914400" rtl="1" eaLnBrk="1" latinLnBrk="0" hangingPunct="1">
        <a:lnSpc>
          <a:spcPct val="100000"/>
        </a:lnSpc>
        <a:spcBef>
          <a:spcPts val="0"/>
        </a:spcBef>
        <a:spcAft>
          <a:spcPts val="300"/>
        </a:spcAft>
        <a:buClrTx/>
        <a:buFont typeface="Arial" panose="020B0604020202020204" pitchFamily="34" charset="0"/>
        <a:buNone/>
        <a:defRPr lang="en-US" sz="1600" b="1" kern="1200" smtClean="0">
          <a:solidFill>
            <a:schemeClr val="tx1"/>
          </a:solidFill>
          <a:latin typeface="+mn-lt"/>
          <a:ea typeface="+mn-ea"/>
          <a:cs typeface="+mn-cs"/>
          <a:sym typeface="+mn-lt"/>
        </a:defRPr>
      </a:lvl5pPr>
      <a:lvl6pPr marL="269875" indent="-152400" algn="r" defTabSz="914400" rtl="1"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mn-lt"/>
        </a:defRPr>
      </a:lvl6pPr>
      <a:lvl7pPr marL="0" indent="0" algn="r" defTabSz="914400" rtl="1" eaLnBrk="1" latinLnBrk="0" hangingPunct="1">
        <a:lnSpc>
          <a:spcPct val="90000"/>
        </a:lnSpc>
        <a:spcBef>
          <a:spcPts val="900"/>
        </a:spcBef>
        <a:spcAft>
          <a:spcPts val="900"/>
        </a:spcAft>
        <a:buFont typeface="Arial" panose="020B0604020202020204" pitchFamily="34" charset="0"/>
        <a:buNone/>
        <a:defRPr lang="en-US" sz="4400" kern="1200" baseline="0" smtClean="0">
          <a:solidFill>
            <a:schemeClr val="tx1"/>
          </a:solidFill>
          <a:latin typeface="+mn-lt"/>
          <a:ea typeface="+mn-ea"/>
          <a:cs typeface="+mn-cs"/>
          <a:sym typeface="+mn-lt"/>
        </a:defRPr>
      </a:lvl7pPr>
      <a:lvl8pPr marL="0" indent="0" algn="r" defTabSz="914400" rtl="1" eaLnBrk="1" latinLnBrk="0" hangingPunct="1">
        <a:lnSpc>
          <a:spcPct val="90000"/>
        </a:lnSpc>
        <a:spcBef>
          <a:spcPts val="900"/>
        </a:spcBef>
        <a:spcAft>
          <a:spcPts val="0"/>
        </a:spcAft>
        <a:buFont typeface="Arial" panose="020B0604020202020204" pitchFamily="34" charset="0"/>
        <a:buNone/>
        <a:defRPr lang="en-US" sz="5400" kern="1200" baseline="0" smtClean="0">
          <a:solidFill>
            <a:schemeClr val="tx2"/>
          </a:solidFill>
          <a:latin typeface="+mn-lt"/>
          <a:ea typeface="+mn-ea"/>
          <a:cs typeface="+mn-cs"/>
          <a:sym typeface="+mn-lt"/>
        </a:defRPr>
      </a:lvl8pPr>
      <a:lvl9pPr marL="0" indent="0" algn="r" defTabSz="914400" rtl="1"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90.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92.xml"/><Relationship Id="rId5" Type="http://schemas.openxmlformats.org/officeDocument/2006/relationships/image" Target="../media/image15.png"/><Relationship Id="rId4" Type="http://schemas.openxmlformats.org/officeDocument/2006/relationships/image" Target="../media/image14.jp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94.xml"/><Relationship Id="rId5" Type="http://schemas.openxmlformats.org/officeDocument/2006/relationships/image" Target="../media/image15.png"/><Relationship Id="rId4" Type="http://schemas.openxmlformats.org/officeDocument/2006/relationships/image" Target="../media/image14.jpg"/></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9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724635" y="2662084"/>
            <a:ext cx="6511636" cy="796750"/>
          </a:xfrm>
          <a:prstGeom prst="roundRect">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SA" sz="2800" dirty="0">
                <a:latin typeface="DIN Next LT Arabic Light" panose="020B0303020203050203" pitchFamily="34" charset="-78"/>
                <a:cs typeface="DIN Next LT Arabic Light" panose="020B0303020203050203" pitchFamily="34" charset="-78"/>
              </a:rPr>
              <a:t>نظام ذكي لتحليل وتصنيف رسائل النصوص تلقائيا</a:t>
            </a:r>
            <a:endParaRPr lang="en-US" sz="2800" dirty="0">
              <a:latin typeface="DIN Next LT Arabic Light" panose="020B0303020203050203" pitchFamily="34" charset="-78"/>
              <a:cs typeface="DIN Next LT Arabic Light" panose="020B0303020203050203" pitchFamily="34" charset="-78"/>
            </a:endParaRPr>
          </a:p>
        </p:txBody>
      </p:sp>
      <p:sp>
        <p:nvSpPr>
          <p:cNvPr id="3" name="Subtitle 6"/>
          <p:cNvSpPr txBox="1">
            <a:spLocks/>
          </p:cNvSpPr>
          <p:nvPr/>
        </p:nvSpPr>
        <p:spPr>
          <a:xfrm>
            <a:off x="2835964" y="3797676"/>
            <a:ext cx="6122505" cy="34300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rtl="1">
              <a:buNone/>
            </a:pPr>
            <a:r>
              <a:rPr lang="ar-SA" sz="1400" dirty="0">
                <a:solidFill>
                  <a:schemeClr val="bg1"/>
                </a:solidFill>
                <a:latin typeface="DIN Next LT Arabic Light" panose="020B0303020203050203" pitchFamily="34" charset="-78"/>
                <a:cs typeface="DIN Next LT Arabic Light" panose="020B0303020203050203" pitchFamily="34" charset="-78"/>
              </a:rPr>
              <a:t>وصايف الحربي</a:t>
            </a:r>
          </a:p>
          <a:p>
            <a:pPr marL="0" indent="0" algn="ctr" rtl="1">
              <a:buNone/>
            </a:pPr>
            <a:endParaRPr lang="ar-SA" sz="1400" dirty="0">
              <a:solidFill>
                <a:schemeClr val="bg1"/>
              </a:solidFill>
              <a:latin typeface="DIN Next LT Arabic Light" panose="020B0303020203050203" pitchFamily="34" charset="-78"/>
              <a:cs typeface="DIN Next LT Arabic Light" panose="020B0303020203050203" pitchFamily="34" charset="-78"/>
            </a:endParaRPr>
          </a:p>
          <a:p>
            <a:pPr marL="0" indent="0" algn="ctr" rtl="1">
              <a:buNone/>
            </a:pPr>
            <a:endParaRPr lang="ar-SA" sz="1400" dirty="0">
              <a:solidFill>
                <a:schemeClr val="bg1"/>
              </a:solidFill>
              <a:latin typeface="DIN Next LT Arabic Light" panose="020B0303020203050203" pitchFamily="34" charset="-78"/>
              <a:cs typeface="DIN Next LT Arabic Light" panose="020B0303020203050203" pitchFamily="34" charset="-78"/>
            </a:endParaRPr>
          </a:p>
        </p:txBody>
      </p:sp>
      <p:sp>
        <p:nvSpPr>
          <p:cNvPr id="4" name="BJPseudoFooter"/>
          <p:cNvSpPr txBox="1"/>
          <p:nvPr>
            <p:custDataLst>
              <p:tags r:id="rId1"/>
            </p:custDataLst>
          </p:nvPr>
        </p:nvSpPr>
        <p:spPr>
          <a:xfrm>
            <a:off x="5939547" y="6642556"/>
            <a:ext cx="312906" cy="215444"/>
          </a:xfrm>
          <a:prstGeom prst="rect">
            <a:avLst/>
          </a:prstGeom>
          <a:noFill/>
        </p:spPr>
        <p:txBody>
          <a:bodyPr vert="horz" wrap="none" rtlCol="0">
            <a:spAutoFit/>
          </a:bodyPr>
          <a:lstStyle/>
          <a:p>
            <a:pPr algn="ctr"/>
            <a:r>
              <a:rPr lang="ar-SA" sz="800">
                <a:solidFill>
                  <a:srgbClr val="FCD12A"/>
                </a:solidFill>
              </a:rPr>
              <a:t>مقيد</a:t>
            </a:r>
            <a:endParaRPr lang="en-US" sz="800">
              <a:solidFill>
                <a:srgbClr val="FCD12A"/>
              </a:solidFill>
            </a:endParaRPr>
          </a:p>
        </p:txBody>
      </p:sp>
    </p:spTree>
    <p:extLst>
      <p:ext uri="{BB962C8B-B14F-4D97-AF65-F5344CB8AC3E}">
        <p14:creationId xmlns:p14="http://schemas.microsoft.com/office/powerpoint/2010/main" val="2227206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776"/>
            <a:ext cx="12252959" cy="182103"/>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669" y="143911"/>
            <a:ext cx="1778924" cy="806170"/>
          </a:xfrm>
          <a:prstGeom prst="rect">
            <a:avLst/>
          </a:prstGeom>
        </p:spPr>
      </p:pic>
      <p:sp>
        <p:nvSpPr>
          <p:cNvPr id="7" name="Footer Placeholder 6"/>
          <p:cNvSpPr>
            <a:spLocks noGrp="1"/>
          </p:cNvSpPr>
          <p:nvPr>
            <p:ph type="ftr" sz="quarter" idx="11"/>
            <p:custDataLst>
              <p:tags r:id="rId1"/>
            </p:custDataLst>
          </p:nvPr>
        </p:nvSpPr>
        <p:spPr/>
        <p:txBody>
          <a:bodyPr/>
          <a:lstStyle/>
          <a:p>
            <a:r>
              <a:rPr lang="ar-SA"/>
              <a:t>مقيد</a:t>
            </a:r>
          </a:p>
        </p:txBody>
      </p:sp>
      <p:sp>
        <p:nvSpPr>
          <p:cNvPr id="2" name="TextBox 1">
            <a:extLst>
              <a:ext uri="{FF2B5EF4-FFF2-40B4-BE49-F238E27FC236}">
                <a16:creationId xmlns:a16="http://schemas.microsoft.com/office/drawing/2014/main" id="{C44B3D4D-3DCA-E484-FECB-41575965F8FE}"/>
              </a:ext>
            </a:extLst>
          </p:cNvPr>
          <p:cNvSpPr txBox="1"/>
          <p:nvPr/>
        </p:nvSpPr>
        <p:spPr>
          <a:xfrm>
            <a:off x="316504" y="2120949"/>
            <a:ext cx="11619949" cy="2616101"/>
          </a:xfrm>
          <a:prstGeom prst="rect">
            <a:avLst/>
          </a:prstGeom>
          <a:noFill/>
        </p:spPr>
        <p:txBody>
          <a:bodyPr wrap="square" rtlCol="0">
            <a:spAutoFit/>
          </a:bodyPr>
          <a:lstStyle/>
          <a:p>
            <a:pPr algn="r"/>
            <a:r>
              <a:rPr lang="ar-SA" sz="2400" b="1" dirty="0"/>
              <a:t>المشكلة الأصلية:</a:t>
            </a:r>
          </a:p>
          <a:p>
            <a:pPr algn="r"/>
            <a:r>
              <a:rPr lang="ar-SA" sz="2000" dirty="0"/>
              <a:t>عندما تستلم الشركات أو المنصات كميات هائلة من رسائل العملاء (سواء كانت شكاوى، استفسارات، أو بلاغات)، يواجه فريق خدمة العملاء أو الدعم الفني ضغطاً هائلاً وعبئاً زمنياً في قراءة كل رسالة، وتصنيفها يدوياً لمعرفة ما إذا كانت مهمة أم لا، وهل العميل غاضب أم راضٍ، وما هي المشكلة بالضبط لكي يتم تحويلها للقسم المختص.</a:t>
            </a:r>
          </a:p>
          <a:p>
            <a:pPr algn="r"/>
            <a:r>
              <a:rPr lang="ar-SA" sz="2000" dirty="0"/>
              <a:t>هذا الفرز اليدوي التقليدي يتسبب في:</a:t>
            </a:r>
          </a:p>
          <a:p>
            <a:pPr algn="r"/>
            <a:r>
              <a:rPr lang="ar-SA" sz="2000" dirty="0"/>
              <a:t> بطء شديد في الرد على العملاء وتأخر حل المشاكل الملحة.</a:t>
            </a:r>
          </a:p>
          <a:p>
            <a:pPr algn="r"/>
            <a:r>
              <a:rPr lang="ar-SA" sz="2000" dirty="0"/>
              <a:t> إهدار وقت الموظفين في مهام روتينية متكررة بدلاً من التركيز على الحل.</a:t>
            </a:r>
          </a:p>
          <a:p>
            <a:pPr algn="r"/>
            <a:r>
              <a:rPr lang="ar-SA" sz="2000" dirty="0"/>
              <a:t> احتمالية حدوث خطأ بشري أو تجاهل شكاوى حرجة بسبب ضغط الرسائل.</a:t>
            </a:r>
            <a:endParaRPr lang="en-US" sz="2000" dirty="0"/>
          </a:p>
        </p:txBody>
      </p:sp>
    </p:spTree>
    <p:extLst>
      <p:ext uri="{BB962C8B-B14F-4D97-AF65-F5344CB8AC3E}">
        <p14:creationId xmlns:p14="http://schemas.microsoft.com/office/powerpoint/2010/main" val="32807470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776"/>
            <a:ext cx="12252959" cy="182103"/>
          </a:xfrm>
          <a:prstGeom prst="rect">
            <a:avLst/>
          </a:prstGeom>
        </p:spPr>
      </p:pic>
      <p:pic>
        <p:nvPicPr>
          <p:cNvPr id="5" name="Picture 4"/>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8669" y="143911"/>
            <a:ext cx="1778924" cy="806170"/>
          </a:xfrm>
          <a:prstGeom prst="rect">
            <a:avLst/>
          </a:prstGeom>
        </p:spPr>
      </p:pic>
      <p:sp>
        <p:nvSpPr>
          <p:cNvPr id="3" name="Footer Placeholder 2"/>
          <p:cNvSpPr>
            <a:spLocks noGrp="1"/>
          </p:cNvSpPr>
          <p:nvPr>
            <p:ph type="ftr" sz="quarter" idx="11"/>
            <p:custDataLst>
              <p:tags r:id="rId1"/>
            </p:custDataLst>
          </p:nvPr>
        </p:nvSpPr>
        <p:spPr/>
        <p:txBody>
          <a:bodyPr/>
          <a:lstStyle/>
          <a:p>
            <a:r>
              <a:rPr lang="ar-SA"/>
              <a:t>مقيد</a:t>
            </a:r>
          </a:p>
        </p:txBody>
      </p:sp>
      <p:sp>
        <p:nvSpPr>
          <p:cNvPr id="2" name="TextBox 1">
            <a:extLst>
              <a:ext uri="{FF2B5EF4-FFF2-40B4-BE49-F238E27FC236}">
                <a16:creationId xmlns:a16="http://schemas.microsoft.com/office/drawing/2014/main" id="{9D2D1388-C6BA-4415-5677-4111C82E0574}"/>
              </a:ext>
            </a:extLst>
          </p:cNvPr>
          <p:cNvSpPr txBox="1"/>
          <p:nvPr/>
        </p:nvSpPr>
        <p:spPr>
          <a:xfrm>
            <a:off x="1690255" y="2428726"/>
            <a:ext cx="10105267" cy="2000548"/>
          </a:xfrm>
          <a:prstGeom prst="rect">
            <a:avLst/>
          </a:prstGeom>
          <a:noFill/>
        </p:spPr>
        <p:txBody>
          <a:bodyPr wrap="square" rtlCol="0">
            <a:spAutoFit/>
          </a:bodyPr>
          <a:lstStyle/>
          <a:p>
            <a:pPr algn="r"/>
            <a:r>
              <a:rPr lang="ar-SA" sz="2400" b="1" dirty="0"/>
              <a:t>الحل المقترح:</a:t>
            </a:r>
          </a:p>
          <a:p>
            <a:pPr algn="r"/>
            <a:r>
              <a:rPr lang="ar-SA" sz="2000" dirty="0"/>
              <a:t>تم استخدام وكيل ذكاء اصطناعي كحل ذكي يتولى عملية الفرز والتحليل بالكامل نيابة عن البشر؛ لأنه يمتلك القدرة على:</a:t>
            </a:r>
          </a:p>
          <a:p>
            <a:pPr algn="r"/>
            <a:r>
              <a:rPr lang="ar-SA" sz="2000" dirty="0"/>
              <a:t>1. فهم السياق البشري: ليس مجرد مطابقة كلمات مفتاحية صماء، بل فهم المعنى الحقيقي الكامن خلف نص العميل.</a:t>
            </a:r>
          </a:p>
          <a:p>
            <a:pPr algn="r"/>
            <a:r>
              <a:rPr lang="ar-SA" sz="2000" dirty="0"/>
              <a:t>2. الأتمتة والسرعة الفورية: استلام الرسالة، استخراج الخلاصة، وتحديد أولويتها في ثوانٍ معدودة دون تدخل يدوي.</a:t>
            </a:r>
          </a:p>
          <a:p>
            <a:pPr algn="r"/>
            <a:r>
              <a:rPr lang="ar-SA" sz="2000" dirty="0"/>
              <a:t>3. التوجيه الذكي: تصنيف الرسائل بدقة (حسب الشعور، الأولوية، والموضوع الأساسي) لتوجيه كل طلب للمكان الصحيح وتوفير الوقت والجهد بالكامل.</a:t>
            </a:r>
            <a:endParaRPr lang="en-US" sz="2000" dirty="0"/>
          </a:p>
        </p:txBody>
      </p:sp>
    </p:spTree>
    <p:extLst>
      <p:ext uri="{BB962C8B-B14F-4D97-AF65-F5344CB8AC3E}">
        <p14:creationId xmlns:p14="http://schemas.microsoft.com/office/powerpoint/2010/main" val="12025153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ADF7AB-2261-71BF-204D-B698A6C3ECD5}"/>
              </a:ext>
            </a:extLst>
          </p:cNvPr>
          <p:cNvPicPr>
            <a:picLocks noChangeAspect="1"/>
          </p:cNvPicPr>
          <p:nvPr/>
        </p:nvPicPr>
        <p:blipFill>
          <a:blip r:embed="rId2"/>
          <a:stretch>
            <a:fillRect/>
          </a:stretch>
        </p:blipFill>
        <p:spPr>
          <a:xfrm>
            <a:off x="1086929" y="1440611"/>
            <a:ext cx="10359226" cy="5170726"/>
          </a:xfrm>
          <a:prstGeom prst="rect">
            <a:avLst/>
          </a:prstGeom>
        </p:spPr>
      </p:pic>
    </p:spTree>
    <p:extLst>
      <p:ext uri="{BB962C8B-B14F-4D97-AF65-F5344CB8AC3E}">
        <p14:creationId xmlns:p14="http://schemas.microsoft.com/office/powerpoint/2010/main" val="40998932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0BE61C-2AAE-7649-4BB5-594972D3B59D}"/>
              </a:ext>
            </a:extLst>
          </p:cNvPr>
          <p:cNvPicPr>
            <a:picLocks noChangeAspect="1"/>
          </p:cNvPicPr>
          <p:nvPr/>
        </p:nvPicPr>
        <p:blipFill>
          <a:blip r:embed="rId2"/>
          <a:stretch>
            <a:fillRect/>
          </a:stretch>
        </p:blipFill>
        <p:spPr>
          <a:xfrm>
            <a:off x="1885362" y="2219156"/>
            <a:ext cx="8421275" cy="2419688"/>
          </a:xfrm>
          <a:prstGeom prst="rect">
            <a:avLst/>
          </a:prstGeom>
        </p:spPr>
      </p:pic>
    </p:spTree>
    <p:extLst>
      <p:ext uri="{BB962C8B-B14F-4D97-AF65-F5344CB8AC3E}">
        <p14:creationId xmlns:p14="http://schemas.microsoft.com/office/powerpoint/2010/main" val="104141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p:cNvSpPr/>
          <p:nvPr/>
        </p:nvSpPr>
        <p:spPr>
          <a:xfrm>
            <a:off x="2695756" y="3058485"/>
            <a:ext cx="6511636" cy="796750"/>
          </a:xfrm>
          <a:prstGeom prst="roundRect">
            <a:avLst/>
          </a:prstGeom>
          <a:solidFill>
            <a:schemeClr val="bg1">
              <a:alpha val="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ar-AE" sz="4000" dirty="0">
                <a:solidFill>
                  <a:schemeClr val="bg1"/>
                </a:solidFill>
                <a:latin typeface="DIN Next LT Arabic Light" panose="020B0303020203050203" pitchFamily="34" charset="-78"/>
                <a:cs typeface="DIN Next LT Arabic Light" panose="020B0303020203050203" pitchFamily="34" charset="-78"/>
              </a:rPr>
              <a:t> شكراً لكم</a:t>
            </a:r>
            <a:endParaRPr lang="en-US" sz="4000" dirty="0">
              <a:latin typeface="DIN Next LT Arabic Light" panose="020B0303020203050203" pitchFamily="34" charset="-78"/>
              <a:cs typeface="DIN Next LT Arabic Light" panose="020B0303020203050203" pitchFamily="34" charset="-78"/>
            </a:endParaRPr>
          </a:p>
        </p:txBody>
      </p:sp>
      <p:sp>
        <p:nvSpPr>
          <p:cNvPr id="3" name="BJPseudoFooter"/>
          <p:cNvSpPr txBox="1"/>
          <p:nvPr>
            <p:custDataLst>
              <p:tags r:id="rId1"/>
            </p:custDataLst>
          </p:nvPr>
        </p:nvSpPr>
        <p:spPr>
          <a:xfrm>
            <a:off x="5939547" y="6642556"/>
            <a:ext cx="312906" cy="215444"/>
          </a:xfrm>
          <a:prstGeom prst="rect">
            <a:avLst/>
          </a:prstGeom>
          <a:noFill/>
        </p:spPr>
        <p:txBody>
          <a:bodyPr vert="horz" wrap="none" rtlCol="0">
            <a:spAutoFit/>
          </a:bodyPr>
          <a:lstStyle/>
          <a:p>
            <a:pPr algn="ctr"/>
            <a:r>
              <a:rPr lang="ar-SA" sz="800">
                <a:solidFill>
                  <a:srgbClr val="FCD12A"/>
                </a:solidFill>
              </a:rPr>
              <a:t>مقيد</a:t>
            </a:r>
            <a:endParaRPr lang="en-US" sz="800">
              <a:solidFill>
                <a:srgbClr val="FCD12A"/>
              </a:solidFill>
            </a:endParaRPr>
          </a:p>
        </p:txBody>
      </p:sp>
    </p:spTree>
    <p:extLst>
      <p:ext uri="{BB962C8B-B14F-4D97-AF65-F5344CB8AC3E}">
        <p14:creationId xmlns:p14="http://schemas.microsoft.com/office/powerpoint/2010/main" val="4116373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ags/tag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wzrXNS9uuKXOCRhL5z57m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YBMmHgbHmZarCjjoldIdw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YBMmHgbHmZarCjjoldIdwg"/>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w1NkRDNcLxhpRQPIXz1Ihg"/>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WqgNHwxJLIj5b2skFSTQGA"/>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SY39KM.Iq6Ckur9LiaEqx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wmuPOthkmA9TIHHW_xmAog"/>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ZQBS3K3EVNUmGb2b_6LHJ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92N8.AOYeF7LPHWrQkUJNg"/>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liqbNhM2Temm9duJkdRC6Q"/>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ags/tag90.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ags/tag91.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ags/tag92.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ags/tag93.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ags/tag94.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ags/tag95.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ags/tag96.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ags/tag97.xml><?xml version="1.0" encoding="utf-8"?>
<p:tagLst xmlns:a="http://schemas.openxmlformats.org/drawingml/2006/main" xmlns:r="http://schemas.openxmlformats.org/officeDocument/2006/relationships" xmlns:p="http://schemas.openxmlformats.org/presentationml/2006/main">
  <p:tag name="BJHEADERFOOTERLABEL" val="TRUE"/>
  <p:tag name="BJHEADERFOOTERTEXTLABEL" val="مقيد"/>
  <p:tag name="BJHEADERFOOTERTEXTMARKING" val="مقيد"/>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SDAIA Grid 16:9 Arabic">
  <a:themeElements>
    <a:clrScheme name="Custom 4">
      <a:dk1>
        <a:srgbClr val="696969"/>
      </a:dk1>
      <a:lt1>
        <a:srgbClr val="FFFFFF"/>
      </a:lt1>
      <a:dk2>
        <a:srgbClr val="273370"/>
      </a:dk2>
      <a:lt2>
        <a:srgbClr val="FFFFFF"/>
      </a:lt2>
      <a:accent1>
        <a:srgbClr val="131938"/>
      </a:accent1>
      <a:accent2>
        <a:srgbClr val="1D2654"/>
      </a:accent2>
      <a:accent3>
        <a:srgbClr val="FCBD4C"/>
      </a:accent3>
      <a:accent4>
        <a:srgbClr val="94A0DA"/>
      </a:accent4>
      <a:accent5>
        <a:srgbClr val="8C8C8C"/>
      </a:accent5>
      <a:accent6>
        <a:srgbClr val="33CC99"/>
      </a:accent6>
      <a:hlink>
        <a:srgbClr val="0563C1"/>
      </a:hlink>
      <a:folHlink>
        <a:srgbClr val="0563C1"/>
      </a:folHlink>
    </a:clrScheme>
    <a:fontScheme name="Custom 7">
      <a:majorFont>
        <a:latin typeface="DIN Next LT Arabic Light"/>
        <a:ea typeface=""/>
        <a:cs typeface="DIN Next LT Arabic Light"/>
      </a:majorFont>
      <a:minorFont>
        <a:latin typeface="DIN Next LT Arabic Light"/>
        <a:ea typeface=""/>
        <a:cs typeface="DIN Next LT Arabic Light"/>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no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rtl="1">
          <a:lnSpc>
            <a:spcPct val="90000"/>
          </a:lnSpc>
          <a:spcAft>
            <a:spcPts val="1000"/>
          </a:spcAft>
          <a:defRPr sz="16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flat" cmpd="sng" algn="ctr">
          <a:solidFill>
            <a:srgbClr val="9A9A9A"/>
          </a:solidFill>
          <a:prstDash val="solid"/>
          <a:round/>
          <a:headEnd type="none" w="med" len="med"/>
          <a:tailEnd type="none" w="med" len="med"/>
        </a:ln>
      </a:spPr>
      <a:bodyPr/>
      <a:lst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1" fromWordArt="0" anchor="ctr" anchorCtr="0" forceAA="0" compatLnSpc="1">
        <a:prstTxWarp prst="textNoShape">
          <a:avLst/>
        </a:prstTxWarp>
        <a:noAutofit/>
      </a:bodyPr>
      <a:lstStyle>
        <a:defPPr algn="ctr" rtl="1">
          <a:defRPr sz="16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Custom 4">
    <a:dk1>
      <a:srgbClr val="696969"/>
    </a:dk1>
    <a:lt1>
      <a:srgbClr val="FFFFFF"/>
    </a:lt1>
    <a:dk2>
      <a:srgbClr val="273370"/>
    </a:dk2>
    <a:lt2>
      <a:srgbClr val="FFFFFF"/>
    </a:lt2>
    <a:accent1>
      <a:srgbClr val="131938"/>
    </a:accent1>
    <a:accent2>
      <a:srgbClr val="1D2654"/>
    </a:accent2>
    <a:accent3>
      <a:srgbClr val="FCBD4C"/>
    </a:accent3>
    <a:accent4>
      <a:srgbClr val="94A0DA"/>
    </a:accent4>
    <a:accent5>
      <a:srgbClr val="8C8C8C"/>
    </a:accent5>
    <a:accent6>
      <a:srgbClr val="33CC99"/>
    </a:accent6>
    <a:hlink>
      <a:srgbClr val="0563C1"/>
    </a:hlink>
    <a:folHlink>
      <a:srgbClr val="0563C1"/>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sisl xmlns:xsd="http://www.w3.org/2001/XMLSchema" xmlns:xsi="http://www.w3.org/2001/XMLSchema-instance" xmlns="http://www.boldonjames.com/2008/01/sie/internal/label" sislVersion="0" policy="70fe81c6-8401-4cfc-9ef6-4071ef5e3673" origin="userSelected">
  <element uid="2a2d645e-85ed-47ec-bf92-6ca437d3c953" value=""/>
</sisl>
</file>

<file path=customXml/itemProps1.xml><?xml version="1.0" encoding="utf-8"?>
<ds:datastoreItem xmlns:ds="http://schemas.openxmlformats.org/officeDocument/2006/customXml" ds:itemID="{E7D090F3-0712-4E2F-B286-A222C54A2521}">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otalTime>12854</TotalTime>
  <Words>229</Words>
  <Application>Microsoft Office PowerPoint</Application>
  <PresentationFormat>Widescreen</PresentationFormat>
  <Paragraphs>26</Paragraphs>
  <Slides>6</Slides>
  <Notes>4</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6</vt:i4>
      </vt:variant>
    </vt:vector>
  </HeadingPairs>
  <TitlesOfParts>
    <vt:vector size="15" baseType="lpstr">
      <vt:lpstr>Arial</vt:lpstr>
      <vt:lpstr>Calibri</vt:lpstr>
      <vt:lpstr>Calibri Light</vt:lpstr>
      <vt:lpstr>DIN Next LT Arabic Light</vt:lpstr>
      <vt:lpstr>HelveticaNeueLT Arabic 75 Bold</vt:lpstr>
      <vt:lpstr>Trebuchet MS</vt:lpstr>
      <vt:lpstr>Office Theme</vt:lpstr>
      <vt:lpstr>3_SDAIA Grid 16:9 Arabic</vt:lpstr>
      <vt:lpstr>think-cell Slide</vt:lpstr>
      <vt:lpstr>PowerPoint Presentation</vt:lpstr>
      <vt:lpstr>PowerPoint Presentation</vt:lpstr>
      <vt:lpstr>PowerPoint Presentation</vt:lpstr>
      <vt:lpstr>PowerPoint Presentation</vt:lpstr>
      <vt:lpstr>PowerPoint Presentation</vt:lpstr>
      <vt:lpstr>PowerPoint Presentation</vt:lpstr>
    </vt:vector>
  </TitlesOfParts>
  <Company>NICSCCM03</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Abdullah H. Alghanem</dc:creator>
  <cp:keywords>restricted</cp:keywords>
  <cp:lastModifiedBy>وصايف بنت فضي بن عوده المحمدي الحربي</cp:lastModifiedBy>
  <cp:revision>248</cp:revision>
  <cp:lastPrinted>2024-04-22T11:29:53Z</cp:lastPrinted>
  <dcterms:created xsi:type="dcterms:W3CDTF">2022-03-22T14:21:32Z</dcterms:created>
  <dcterms:modified xsi:type="dcterms:W3CDTF">2026-08-06T07:38:24Z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dd77fde6-d155-4821-a400-5ac6f214a652</vt:lpwstr>
  </property>
  <property fmtid="{D5CDD505-2E9C-101B-9397-08002B2CF9AE}" pid="3" name="bjClsUserRVM">
    <vt:lpwstr>[]</vt:lpwstr>
  </property>
  <property fmtid="{D5CDD505-2E9C-101B-9397-08002B2CF9AE}" pid="4" name="bjSaver">
    <vt:lpwstr>xRE+56k+vw97EoIPplq3aJjIN3mhQaEH</vt:lpwstr>
  </property>
  <property fmtid="{D5CDD505-2E9C-101B-9397-08002B2CF9AE}" pid="5" name="bjDocumentLabelXML">
    <vt:lpwstr>&lt;?xml version="1.0" encoding="us-ascii"?&gt;&lt;sisl xmlns:xsd="http://www.w3.org/2001/XMLSchema" xmlns:xsi="http://www.w3.org/2001/XMLSchema-instance" sislVersion="0" policy="70fe81c6-8401-4cfc-9ef6-4071ef5e3673" origin="userSelected" xmlns="http://www.boldonj</vt:lpwstr>
  </property>
  <property fmtid="{D5CDD505-2E9C-101B-9397-08002B2CF9AE}" pid="6" name="bjDocumentLabelXML-0">
    <vt:lpwstr>ames.com/2008/01/sie/internal/label"&gt;&lt;element uid="2a2d645e-85ed-47ec-bf92-6ca437d3c953" value="" /&gt;&lt;/sisl&gt;</vt:lpwstr>
  </property>
  <property fmtid="{D5CDD505-2E9C-101B-9397-08002B2CF9AE}" pid="7" name="bjDocumentSecurityLabel">
    <vt:lpwstr>Restricted - مقيد</vt:lpwstr>
  </property>
  <property fmtid="{D5CDD505-2E9C-101B-9397-08002B2CF9AE}" pid="8" name="bjSlideMasterFooterText">
    <vt:lpwstr>مقيد</vt:lpwstr>
  </property>
</Properties>
</file>